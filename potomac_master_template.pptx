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16"/>
  </p:notesMasterIdLst>
  <p:sldIdLst>
    <p:sldId id="256" r:id="rId3"/>
    <p:sldId id="257" r:id="rId4"/>
    <p:sldId id="258" r:id="rId5"/>
    <p:sldId id="259" r:id="rId6"/>
    <p:sldId id="260" r:id="rId7"/>
    <p:sldId id="263" r:id="rId8"/>
    <p:sldId id="264" r:id="rId9"/>
    <p:sldId id="266" r:id="rId10"/>
    <p:sldId id="273" r:id="rId11"/>
    <p:sldId id="268" r:id="rId12"/>
    <p:sldId id="269" r:id="rId13"/>
    <p:sldId id="270" r:id="rId14"/>
    <p:sldId id="272" r:id="rId15"/>
  </p:sldIdLst>
  <p:sldSz cx="24384000" cy="13716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25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47" autoAdjust="0"/>
    <p:restoredTop sz="94660"/>
  </p:normalViewPr>
  <p:slideViewPr>
    <p:cSldViewPr snapToGrid="0">
      <p:cViewPr varScale="1">
        <p:scale>
          <a:sx n="76" d="100"/>
          <a:sy n="76" d="100"/>
        </p:scale>
        <p:origin x="318"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D3CF0BF-3732-4DED-AAD3-BA38EFE1E91E}" type="datetimeFigureOut">
              <a:rPr lang="en-US" smtClean="0"/>
              <a:t>2/20/2026</a:t>
            </a:fld>
            <a:endParaRPr lang="en-US"/>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E9FA8E1E-448F-491D-8F10-787755DA46AA}" type="slidenum">
              <a:rPr lang="en-US" smtClean="0"/>
              <a:t>‹#›</a:t>
            </a:fld>
            <a:endParaRPr lang="en-US"/>
          </a:p>
        </p:txBody>
      </p:sp>
    </p:spTree>
    <p:extLst>
      <p:ext uri="{BB962C8B-B14F-4D97-AF65-F5344CB8AC3E}">
        <p14:creationId xmlns:p14="http://schemas.microsoft.com/office/powerpoint/2010/main" val="4158446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2D929-F345-23DF-18EB-BDF957A62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D6543-37D5-5869-C7EE-202FDD54AE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210029-332E-EFC1-2A87-4A71D5DD4A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448754-0C67-5AED-7B80-7BF59C447C82}"/>
              </a:ext>
            </a:extLst>
          </p:cNvPr>
          <p:cNvSpPr>
            <a:spLocks noGrp="1"/>
          </p:cNvSpPr>
          <p:nvPr>
            <p:ph type="sldNum" sz="quarter" idx="5"/>
          </p:nvPr>
        </p:nvSpPr>
        <p:spPr/>
        <p:txBody>
          <a:bodyPr/>
          <a:lstStyle/>
          <a:p>
            <a:fld id="{E9FA8E1E-448F-491D-8F10-787755DA46AA}" type="slidenum">
              <a:rPr lang="en-US" smtClean="0"/>
              <a:t>9</a:t>
            </a:fld>
            <a:endParaRPr lang="en-US"/>
          </a:p>
        </p:txBody>
      </p:sp>
    </p:spTree>
    <p:extLst>
      <p:ext uri="{BB962C8B-B14F-4D97-AF65-F5344CB8AC3E}">
        <p14:creationId xmlns:p14="http://schemas.microsoft.com/office/powerpoint/2010/main" val="17069459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master-page20">
    <p:spTree>
      <p:nvGrpSpPr>
        <p:cNvPr id="1" name=""/>
        <p:cNvGrpSpPr/>
        <p:nvPr/>
      </p:nvGrpSpPr>
      <p:grpSpPr>
        <a:xfrm>
          <a:off x="0" y="0"/>
          <a:ext cx="0" cy="0"/>
          <a:chOff x="0" y="0"/>
          <a:chExt cx="0" cy="0"/>
        </a:xfrm>
      </p:grpSpPr>
      <p:sp>
        <p:nvSpPr>
          <p:cNvPr id="2" name="PlaceHolder 1"/>
          <p:cNvSpPr>
            <a:spLocks noGrp="1"/>
          </p:cNvSpPr>
          <p:nvPr>
            <p:ph type="title"/>
          </p:nvPr>
        </p:nvSpPr>
        <p:spPr>
          <a:xfrm>
            <a:off x="1218960" y="2088000"/>
            <a:ext cx="21944880" cy="19594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subTitle"/>
          </p:nvPr>
        </p:nvSpPr>
        <p:spPr>
          <a:xfrm>
            <a:off x="1218960" y="4366080"/>
            <a:ext cx="21944880" cy="680652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master-page3">
    <p:spTree>
      <p:nvGrpSpPr>
        <p:cNvPr id="1" name=""/>
        <p:cNvGrpSpPr/>
        <p:nvPr/>
      </p:nvGrpSpPr>
      <p:grpSpPr>
        <a:xfrm>
          <a:off x="0" y="0"/>
          <a:ext cx="0" cy="0"/>
          <a:chOff x="0" y="0"/>
          <a:chExt cx="0" cy="0"/>
        </a:xfrm>
      </p:grpSpPr>
      <p:sp>
        <p:nvSpPr>
          <p:cNvPr id="6" name="PlaceHolder 1"/>
          <p:cNvSpPr>
            <a:spLocks noGrp="1"/>
          </p:cNvSpPr>
          <p:nvPr>
            <p:ph type="title"/>
          </p:nvPr>
        </p:nvSpPr>
        <p:spPr>
          <a:xfrm>
            <a:off x="1218960" y="2088000"/>
            <a:ext cx="21944880" cy="195948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7" name="PlaceHolder 2"/>
          <p:cNvSpPr>
            <a:spLocks noGrp="1"/>
          </p:cNvSpPr>
          <p:nvPr>
            <p:ph type="subTitle"/>
          </p:nvPr>
        </p:nvSpPr>
        <p:spPr>
          <a:xfrm>
            <a:off x="1218960" y="4366080"/>
            <a:ext cx="21944880" cy="680652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18960" y="2088000"/>
            <a:ext cx="21944880" cy="195948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3" name="PlaceHolder 2"/>
          <p:cNvSpPr>
            <a:spLocks noGrp="1"/>
          </p:cNvSpPr>
          <p:nvPr>
            <p:ph type="body"/>
          </p:nvPr>
        </p:nvSpPr>
        <p:spPr>
          <a:xfrm>
            <a:off x="1218960" y="4366080"/>
            <a:ext cx="21944880" cy="68065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PlaceHolder 1"/>
          <p:cNvSpPr>
            <a:spLocks noGrp="1"/>
          </p:cNvSpPr>
          <p:nvPr>
            <p:ph type="title"/>
          </p:nvPr>
        </p:nvSpPr>
        <p:spPr>
          <a:xfrm>
            <a:off x="1218960" y="2088000"/>
            <a:ext cx="21944880" cy="195948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5" name="PlaceHolder 2"/>
          <p:cNvSpPr>
            <a:spLocks noGrp="1"/>
          </p:cNvSpPr>
          <p:nvPr>
            <p:ph type="body"/>
          </p:nvPr>
        </p:nvSpPr>
        <p:spPr>
          <a:xfrm>
            <a:off x="1218960" y="4366080"/>
            <a:ext cx="21944880" cy="68065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Shape 7"/>
          <p:cNvSpPr/>
          <p:nvPr/>
        </p:nvSpPr>
        <p:spPr>
          <a:xfrm>
            <a:off x="-720" y="1677600"/>
            <a:ext cx="24384240" cy="12038400"/>
          </a:xfrm>
          <a:custGeom>
            <a:avLst/>
            <a:gdLst/>
            <a:ahLst/>
            <a:cxnLst/>
            <a:rect l="0" t="0" r="r" b="b"/>
            <a:pathLst>
              <a:path w="67734" h="33440">
                <a:moveTo>
                  <a:pt x="0" y="33440"/>
                </a:moveTo>
                <a:lnTo>
                  <a:pt x="67734" y="33440"/>
                </a:lnTo>
                <a:lnTo>
                  <a:pt x="67734" y="0"/>
                </a:lnTo>
                <a:lnTo>
                  <a:pt x="0" y="0"/>
                </a:lnTo>
                <a:lnTo>
                  <a:pt x="0" y="33440"/>
                </a:ln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9" name="Freeform: Shape 8"/>
          <p:cNvSpPr/>
          <p:nvPr/>
        </p:nvSpPr>
        <p:spPr>
          <a:xfrm>
            <a:off x="0" y="1641960"/>
            <a:ext cx="24384240" cy="1529640"/>
          </a:xfrm>
          <a:custGeom>
            <a:avLst/>
            <a:gdLst/>
            <a:ahLst/>
            <a:cxnLst/>
            <a:rect l="0" t="0" r="r" b="b"/>
            <a:pathLst>
              <a:path w="67734" h="4249">
                <a:moveTo>
                  <a:pt x="0" y="0"/>
                </a:moveTo>
                <a:lnTo>
                  <a:pt x="0" y="4249"/>
                </a:lnTo>
                <a:lnTo>
                  <a:pt x="67734" y="4"/>
                </a:lnTo>
                <a:lnTo>
                  <a:pt x="67734" y="0"/>
                </a:lnTo>
                <a:lnTo>
                  <a:pt x="0" y="0"/>
                </a:lnTo>
                <a:close/>
              </a:path>
            </a:pathLst>
          </a:custGeom>
          <a:solidFill>
            <a:srgbClr val="FFFFFF"/>
          </a:solidFill>
          <a:ln w="0">
            <a:noFill/>
          </a:ln>
        </p:spPr>
        <p:txBody>
          <a:bodyPr lIns="0" tIns="0" rIns="0" bIns="0" anchor="t">
            <a:noAutofit/>
          </a:bodyPr>
          <a:lstStyle/>
          <a:p>
            <a:endParaRPr lang="en-US" sz="2400" b="0" strike="noStrike" spc="-1">
              <a:solidFill>
                <a:srgbClr val="000000"/>
              </a:solidFill>
              <a:latin typeface="Quicksand"/>
            </a:endParaRPr>
          </a:p>
        </p:txBody>
      </p:sp>
      <p:pic>
        <p:nvPicPr>
          <p:cNvPr id="10" name="Picture 9"/>
          <p:cNvPicPr/>
          <p:nvPr/>
        </p:nvPicPr>
        <p:blipFill>
          <a:blip r:embed="rId2"/>
          <a:stretch/>
        </p:blipFill>
        <p:spPr>
          <a:xfrm>
            <a:off x="1046160" y="881220"/>
            <a:ext cx="5742000" cy="1175760"/>
          </a:xfrm>
          <a:prstGeom prst="rect">
            <a:avLst/>
          </a:prstGeom>
          <a:ln w="0">
            <a:noFill/>
          </a:ln>
        </p:spPr>
      </p:pic>
      <p:pic>
        <p:nvPicPr>
          <p:cNvPr id="11" name="Picture 10"/>
          <p:cNvPicPr/>
          <p:nvPr/>
        </p:nvPicPr>
        <p:blipFill>
          <a:blip r:embed="rId3"/>
          <a:stretch/>
        </p:blipFill>
        <p:spPr>
          <a:xfrm>
            <a:off x="9138600" y="1800000"/>
            <a:ext cx="15244920" cy="11276280"/>
          </a:xfrm>
          <a:prstGeom prst="rect">
            <a:avLst/>
          </a:prstGeom>
          <a:ln w="0">
            <a:noFill/>
          </a:ln>
        </p:spPr>
      </p:pic>
      <p:sp>
        <p:nvSpPr>
          <p:cNvPr id="2" name="TextBox 1">
            <a:extLst>
              <a:ext uri="{FF2B5EF4-FFF2-40B4-BE49-F238E27FC236}">
                <a16:creationId xmlns:a16="http://schemas.microsoft.com/office/drawing/2014/main" id="{AB1D8CEA-9FDD-D6EC-FA60-F1F83989C6B1}"/>
              </a:ext>
            </a:extLst>
          </p:cNvPr>
          <p:cNvSpPr txBox="1"/>
          <p:nvPr/>
        </p:nvSpPr>
        <p:spPr>
          <a:xfrm>
            <a:off x="1778000" y="5521131"/>
            <a:ext cx="7810500" cy="1323439"/>
          </a:xfrm>
          <a:prstGeom prst="rect">
            <a:avLst/>
          </a:prstGeom>
          <a:noFill/>
        </p:spPr>
        <p:txBody>
          <a:bodyPr wrap="square" rtlCol="0">
            <a:spAutoFit/>
          </a:bodyPr>
          <a:lstStyle/>
          <a:p>
            <a:r>
              <a:rPr lang="en-US" sz="8000" b="1" dirty="0">
                <a:latin typeface="+mj-lt"/>
              </a:rPr>
              <a:t>INSERT TITLE HERE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52525"/>
        </a:solidFill>
        <a:effectLst/>
      </p:bgPr>
    </p:bg>
    <p:spTree>
      <p:nvGrpSpPr>
        <p:cNvPr id="1" name=""/>
        <p:cNvGrpSpPr/>
        <p:nvPr/>
      </p:nvGrpSpPr>
      <p:grpSpPr>
        <a:xfrm>
          <a:off x="0" y="0"/>
          <a:ext cx="0" cy="0"/>
          <a:chOff x="0" y="0"/>
          <a:chExt cx="0" cy="0"/>
        </a:xfrm>
      </p:grpSpPr>
      <p:sp>
        <p:nvSpPr>
          <p:cNvPr id="14" name="Freeform: Shape 13"/>
          <p:cNvSpPr/>
          <p:nvPr/>
        </p:nvSpPr>
        <p:spPr>
          <a:xfrm>
            <a:off x="-108300" y="-108360"/>
            <a:ext cx="24600600" cy="13932720"/>
          </a:xfrm>
          <a:custGeom>
            <a:avLst/>
            <a:gdLst/>
            <a:ahLst/>
            <a:cxnLst/>
            <a:rect l="0" t="0" r="r" b="b"/>
            <a:pathLst>
              <a:path w="68335" h="38702">
                <a:moveTo>
                  <a:pt x="0" y="38702"/>
                </a:moveTo>
                <a:lnTo>
                  <a:pt x="68335" y="38702"/>
                </a:lnTo>
                <a:lnTo>
                  <a:pt x="68335" y="0"/>
                </a:lnTo>
                <a:lnTo>
                  <a:pt x="0" y="0"/>
                </a:lnTo>
                <a:lnTo>
                  <a:pt x="0" y="38702"/>
                </a:lnTo>
                <a:close/>
              </a:path>
            </a:pathLst>
          </a:custGeom>
          <a:solidFill>
            <a:srgbClr val="FFFFFF"/>
          </a:solidFill>
          <a:ln w="0">
            <a:noFill/>
          </a:ln>
        </p:spPr>
        <p:txBody>
          <a:bodyPr lIns="0" tIns="0" rIns="0" bIns="0" anchor="t">
            <a:noAutofit/>
          </a:bodyPr>
          <a:lstStyle/>
          <a:p>
            <a:endParaRPr lang="en-US" sz="2400" b="0" strike="noStrike" spc="-1">
              <a:solidFill>
                <a:srgbClr val="000000"/>
              </a:solidFill>
              <a:latin typeface="Quicksand"/>
            </a:endParaRPr>
          </a:p>
        </p:txBody>
      </p:sp>
      <p:pic>
        <p:nvPicPr>
          <p:cNvPr id="15" name="Picture 14"/>
          <p:cNvPicPr/>
          <p:nvPr/>
        </p:nvPicPr>
        <p:blipFill>
          <a:blip r:embed="rId2"/>
          <a:stretch/>
        </p:blipFill>
        <p:spPr>
          <a:xfrm>
            <a:off x="22084046" y="915120"/>
            <a:ext cx="1171440" cy="1181880"/>
          </a:xfrm>
          <a:prstGeom prst="rect">
            <a:avLst/>
          </a:prstGeom>
          <a:ln w="0">
            <a:noFill/>
          </a:ln>
        </p:spPr>
      </p:pic>
      <p:sp>
        <p:nvSpPr>
          <p:cNvPr id="42" name="TextBox 41"/>
          <p:cNvSpPr txBox="1"/>
          <p:nvPr/>
        </p:nvSpPr>
        <p:spPr>
          <a:xfrm>
            <a:off x="2450347" y="8105040"/>
            <a:ext cx="19098000" cy="443880"/>
          </a:xfrm>
          <a:prstGeom prst="rect">
            <a:avLst/>
          </a:prstGeom>
          <a:noFill/>
          <a:ln w="0">
            <a:noFill/>
          </a:ln>
        </p:spPr>
        <p:txBody>
          <a:bodyPr lIns="0" tIns="0" rIns="0" bIns="0" anchor="t">
            <a:noAutofit/>
          </a:bodyPr>
          <a:lstStyle/>
          <a:p>
            <a:pPr algn="ctr"/>
            <a:r>
              <a:rPr lang="en-US" sz="3000" b="1" strike="noStrike" spc="-1" dirty="0">
                <a:solidFill>
                  <a:srgbClr val="212121"/>
                </a:solidFill>
                <a:latin typeface="Quicksand-Semi"/>
                <a:ea typeface="Quicksand-Semi"/>
              </a:rPr>
              <a:t>[SECTION TITLE]</a:t>
            </a:r>
            <a:endParaRPr lang="en-US" sz="3000" b="0" strike="noStrike" spc="-1" dirty="0">
              <a:solidFill>
                <a:srgbClr val="000000"/>
              </a:solidFill>
              <a:latin typeface="Quicksand"/>
            </a:endParaRPr>
          </a:p>
        </p:txBody>
      </p:sp>
      <p:sp>
        <p:nvSpPr>
          <p:cNvPr id="43" name="TextBox 42"/>
          <p:cNvSpPr txBox="1"/>
          <p:nvPr/>
        </p:nvSpPr>
        <p:spPr>
          <a:xfrm>
            <a:off x="6340166" y="8548920"/>
            <a:ext cx="13869000" cy="443880"/>
          </a:xfrm>
          <a:prstGeom prst="rect">
            <a:avLst/>
          </a:prstGeom>
          <a:noFill/>
          <a:ln w="0">
            <a:noFill/>
          </a:ln>
        </p:spPr>
        <p:txBody>
          <a:bodyPr lIns="0" tIns="0" rIns="0" bIns="0" anchor="t">
            <a:noAutofit/>
          </a:bodyPr>
          <a:lstStyle/>
          <a:p>
            <a:endParaRPr lang="en-US" sz="3000" b="0" strike="noStrike" spc="-1" dirty="0">
              <a:solidFill>
                <a:srgbClr val="000000"/>
              </a:solidFill>
              <a:latin typeface="Quicksand"/>
            </a:endParaRPr>
          </a:p>
        </p:txBody>
      </p:sp>
      <p:sp>
        <p:nvSpPr>
          <p:cNvPr id="44" name="TextBox 43"/>
          <p:cNvSpPr txBox="1"/>
          <p:nvPr/>
        </p:nvSpPr>
        <p:spPr>
          <a:xfrm>
            <a:off x="1005326" y="1144080"/>
            <a:ext cx="5750640" cy="532440"/>
          </a:xfrm>
          <a:prstGeom prst="rect">
            <a:avLst/>
          </a:prstGeom>
          <a:noFill/>
          <a:ln w="0">
            <a:noFill/>
          </a:ln>
        </p:spPr>
        <p:txBody>
          <a:bodyPr lIns="0" tIns="0" rIns="0" bIns="0" anchor="t">
            <a:noAutofit/>
          </a:bodyPr>
          <a:lstStyle/>
          <a:p>
            <a:r>
              <a:rPr lang="en-US" sz="3600" b="0" strike="noStrike" spc="-1" dirty="0">
                <a:solidFill>
                  <a:srgbClr val="212121"/>
                </a:solidFill>
                <a:latin typeface="Rajdhani"/>
                <a:ea typeface="Rajdhani"/>
              </a:rPr>
              <a:t>[SECTION TITLE]</a:t>
            </a:r>
            <a:endParaRPr lang="en-US" sz="3600" b="0" strike="noStrike" spc="-1" dirty="0">
              <a:solidFill>
                <a:srgbClr val="000000"/>
              </a:solidFill>
              <a:latin typeface="Quicksan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reeform: Shape 44"/>
          <p:cNvSpPr/>
          <p:nvPr/>
        </p:nvSpPr>
        <p:spPr>
          <a:xfrm>
            <a:off x="-108360" y="-108360"/>
            <a:ext cx="24600600" cy="13932720"/>
          </a:xfrm>
          <a:custGeom>
            <a:avLst/>
            <a:gdLst/>
            <a:ahLst/>
            <a:cxnLst/>
            <a:rect l="0" t="0" r="r" b="b"/>
            <a:pathLst>
              <a:path w="68335" h="38702">
                <a:moveTo>
                  <a:pt x="0" y="38702"/>
                </a:moveTo>
                <a:lnTo>
                  <a:pt x="68335" y="38702"/>
                </a:lnTo>
                <a:lnTo>
                  <a:pt x="68335" y="0"/>
                </a:lnTo>
                <a:lnTo>
                  <a:pt x="0" y="0"/>
                </a:lnTo>
                <a:lnTo>
                  <a:pt x="0" y="38702"/>
                </a:lnTo>
                <a:close/>
              </a:path>
            </a:pathLst>
          </a:custGeom>
          <a:solidFill>
            <a:srgbClr val="FFFFFF"/>
          </a:solidFill>
          <a:ln w="0">
            <a:noFill/>
          </a:ln>
        </p:spPr>
        <p:txBody>
          <a:bodyPr lIns="0" tIns="0" rIns="0" bIns="0" anchor="t">
            <a:noAutofit/>
          </a:bodyPr>
          <a:lstStyle/>
          <a:p>
            <a:endParaRPr lang="en-US" sz="2400" b="0" strike="noStrike" spc="-1">
              <a:solidFill>
                <a:srgbClr val="000000"/>
              </a:solidFill>
              <a:latin typeface="Quicksand"/>
            </a:endParaRPr>
          </a:p>
        </p:txBody>
      </p:sp>
      <p:pic>
        <p:nvPicPr>
          <p:cNvPr id="46" name="Picture 45"/>
          <p:cNvPicPr/>
          <p:nvPr/>
        </p:nvPicPr>
        <p:blipFill>
          <a:blip r:embed="rId2"/>
          <a:stretch/>
        </p:blipFill>
        <p:spPr>
          <a:xfrm>
            <a:off x="22145400" y="915120"/>
            <a:ext cx="1171440" cy="1181880"/>
          </a:xfrm>
          <a:prstGeom prst="rect">
            <a:avLst/>
          </a:prstGeom>
          <a:ln w="0">
            <a:noFill/>
          </a:ln>
        </p:spPr>
      </p:pic>
      <p:sp>
        <p:nvSpPr>
          <p:cNvPr id="47" name="Freeform: Shape 46"/>
          <p:cNvSpPr/>
          <p:nvPr/>
        </p:nvSpPr>
        <p:spPr>
          <a:xfrm>
            <a:off x="-82800" y="-138376"/>
            <a:ext cx="24549480" cy="13881600"/>
          </a:xfrm>
          <a:custGeom>
            <a:avLst/>
            <a:gdLst/>
            <a:ahLst/>
            <a:cxnLst/>
            <a:rect l="0" t="0" r="r" b="b"/>
            <a:pathLst>
              <a:path w="68193" h="38560">
                <a:moveTo>
                  <a:pt x="0" y="38560"/>
                </a:moveTo>
                <a:lnTo>
                  <a:pt x="68193" y="38560"/>
                </a:lnTo>
                <a:lnTo>
                  <a:pt x="68193" y="0"/>
                </a:lnTo>
                <a:lnTo>
                  <a:pt x="0" y="0"/>
                </a:lnTo>
                <a:lnTo>
                  <a:pt x="0" y="38560"/>
                </a:lnTo>
                <a:close/>
              </a:path>
            </a:pathLst>
          </a:custGeom>
          <a:solidFill>
            <a:schemeClr val="bg1"/>
          </a:solidFill>
          <a:ln w="50760">
            <a:solidFill>
              <a:srgbClr val="D5D5D2"/>
            </a:solidFill>
            <a:miter/>
          </a:ln>
        </p:spPr>
        <p:txBody>
          <a:bodyPr lIns="25200" tIns="25200" rIns="25200" bIns="25200" anchor="t">
            <a:noAutofit/>
          </a:bodyPr>
          <a:lstStyle/>
          <a:p>
            <a:endParaRPr lang="en-US" sz="2400" b="0" strike="noStrike" spc="-1">
              <a:solidFill>
                <a:srgbClr val="FFFFFF"/>
              </a:solidFill>
              <a:latin typeface="Quicksand"/>
            </a:endParaRPr>
          </a:p>
        </p:txBody>
      </p:sp>
      <p:sp>
        <p:nvSpPr>
          <p:cNvPr id="48" name="Straight Connector 47"/>
          <p:cNvSpPr/>
          <p:nvPr/>
        </p:nvSpPr>
        <p:spPr>
          <a:xfrm>
            <a:off x="7740720" y="6711840"/>
            <a:ext cx="1593720" cy="0"/>
          </a:xfrm>
          <a:prstGeom prst="line">
            <a:avLst/>
          </a:prstGeom>
          <a:ln w="25200">
            <a:solidFill>
              <a:srgbClr val="000000"/>
            </a:solidFill>
            <a:miter/>
          </a:ln>
        </p:spPr>
        <p:style>
          <a:lnRef idx="0">
            <a:scrgbClr r="0" g="0" b="0"/>
          </a:lnRef>
          <a:fillRef idx="0">
            <a:scrgbClr r="0" g="0" b="0"/>
          </a:fillRef>
          <a:effectRef idx="0">
            <a:scrgbClr r="0" g="0" b="0"/>
          </a:effectRef>
          <a:fontRef idx="minor"/>
        </p:style>
        <p:txBody>
          <a:bodyPr lIns="12600" tIns="-12600" rIns="12600" bIns="-12600" anchor="t">
            <a:noAutofit/>
          </a:bodyPr>
          <a:lstStyle/>
          <a:p>
            <a:endParaRPr lang="en-US" sz="2400" b="0" strike="noStrike" spc="-1">
              <a:solidFill>
                <a:srgbClr val="000000"/>
              </a:solidFill>
              <a:latin typeface="Quicksand"/>
            </a:endParaRPr>
          </a:p>
        </p:txBody>
      </p:sp>
      <p:sp>
        <p:nvSpPr>
          <p:cNvPr id="49" name="Straight Connector 48"/>
          <p:cNvSpPr/>
          <p:nvPr/>
        </p:nvSpPr>
        <p:spPr>
          <a:xfrm>
            <a:off x="15049440" y="6711840"/>
            <a:ext cx="1593360" cy="0"/>
          </a:xfrm>
          <a:prstGeom prst="line">
            <a:avLst/>
          </a:prstGeom>
          <a:ln w="25200">
            <a:solidFill>
              <a:srgbClr val="000000"/>
            </a:solidFill>
            <a:miter/>
          </a:ln>
        </p:spPr>
        <p:style>
          <a:lnRef idx="0">
            <a:scrgbClr r="0" g="0" b="0"/>
          </a:lnRef>
          <a:fillRef idx="0">
            <a:scrgbClr r="0" g="0" b="0"/>
          </a:fillRef>
          <a:effectRef idx="0">
            <a:scrgbClr r="0" g="0" b="0"/>
          </a:effectRef>
          <a:fontRef idx="minor"/>
        </p:style>
        <p:txBody>
          <a:bodyPr lIns="12600" tIns="-12600" rIns="12600" bIns="-12600" anchor="t">
            <a:noAutofit/>
          </a:bodyPr>
          <a:lstStyle/>
          <a:p>
            <a:endParaRPr lang="en-US" sz="2400" b="0" strike="noStrike" spc="-1">
              <a:solidFill>
                <a:srgbClr val="000000"/>
              </a:solidFill>
              <a:latin typeface="Quicksand"/>
            </a:endParaRPr>
          </a:p>
        </p:txBody>
      </p:sp>
      <p:sp>
        <p:nvSpPr>
          <p:cNvPr id="50" name="Straight Connector 49"/>
          <p:cNvSpPr/>
          <p:nvPr/>
        </p:nvSpPr>
        <p:spPr>
          <a:xfrm>
            <a:off x="15049440" y="10663560"/>
            <a:ext cx="1593360" cy="0"/>
          </a:xfrm>
          <a:prstGeom prst="line">
            <a:avLst/>
          </a:prstGeom>
          <a:ln w="25200">
            <a:solidFill>
              <a:srgbClr val="000000"/>
            </a:solidFill>
            <a:miter/>
          </a:ln>
        </p:spPr>
        <p:style>
          <a:lnRef idx="0">
            <a:scrgbClr r="0" g="0" b="0"/>
          </a:lnRef>
          <a:fillRef idx="0">
            <a:scrgbClr r="0" g="0" b="0"/>
          </a:fillRef>
          <a:effectRef idx="0">
            <a:scrgbClr r="0" g="0" b="0"/>
          </a:effectRef>
          <a:fontRef idx="minor"/>
        </p:style>
        <p:txBody>
          <a:bodyPr lIns="12600" tIns="-12600" rIns="12600" bIns="-12600" anchor="t">
            <a:noAutofit/>
          </a:bodyPr>
          <a:lstStyle/>
          <a:p>
            <a:endParaRPr lang="en-US" sz="2400" b="0" strike="noStrike" spc="-1">
              <a:solidFill>
                <a:srgbClr val="000000"/>
              </a:solidFill>
              <a:latin typeface="Quicksand"/>
            </a:endParaRPr>
          </a:p>
        </p:txBody>
      </p:sp>
      <p:sp>
        <p:nvSpPr>
          <p:cNvPr id="51" name="Straight Connector 50"/>
          <p:cNvSpPr/>
          <p:nvPr/>
        </p:nvSpPr>
        <p:spPr>
          <a:xfrm>
            <a:off x="7740720" y="10663560"/>
            <a:ext cx="1593720" cy="0"/>
          </a:xfrm>
          <a:prstGeom prst="line">
            <a:avLst/>
          </a:prstGeom>
          <a:ln w="25200">
            <a:solidFill>
              <a:srgbClr val="000000"/>
            </a:solidFill>
            <a:miter/>
          </a:ln>
        </p:spPr>
        <p:style>
          <a:lnRef idx="0">
            <a:scrgbClr r="0" g="0" b="0"/>
          </a:lnRef>
          <a:fillRef idx="0">
            <a:scrgbClr r="0" g="0" b="0"/>
          </a:fillRef>
          <a:effectRef idx="0">
            <a:scrgbClr r="0" g="0" b="0"/>
          </a:effectRef>
          <a:fontRef idx="minor"/>
        </p:style>
        <p:txBody>
          <a:bodyPr lIns="12600" tIns="-12600" rIns="12600" bIns="-12600" anchor="t">
            <a:noAutofit/>
          </a:bodyPr>
          <a:lstStyle/>
          <a:p>
            <a:endParaRPr lang="en-US" sz="2400" b="0" strike="noStrike" spc="-1">
              <a:solidFill>
                <a:srgbClr val="000000"/>
              </a:solidFill>
              <a:latin typeface="Quicksand"/>
            </a:endParaRPr>
          </a:p>
        </p:txBody>
      </p:sp>
      <p:sp>
        <p:nvSpPr>
          <p:cNvPr id="52" name="Freeform: Shape 51"/>
          <p:cNvSpPr/>
          <p:nvPr/>
        </p:nvSpPr>
        <p:spPr>
          <a:xfrm>
            <a:off x="8652960" y="6538680"/>
            <a:ext cx="365400" cy="346680"/>
          </a:xfrm>
          <a:custGeom>
            <a:avLst/>
            <a:gdLst/>
            <a:ahLst/>
            <a:cxnLst/>
            <a:rect l="0" t="0" r="r" b="b"/>
            <a:pathLst>
              <a:path w="1015" h="963">
                <a:moveTo>
                  <a:pt x="0" y="481"/>
                </a:moveTo>
                <a:lnTo>
                  <a:pt x="0" y="963"/>
                </a:lnTo>
                <a:lnTo>
                  <a:pt x="1015" y="481"/>
                </a:lnTo>
                <a:lnTo>
                  <a:pt x="0" y="0"/>
                </a:lnTo>
                <a:lnTo>
                  <a:pt x="0" y="481"/>
                </a:lnTo>
                <a:close/>
              </a:path>
            </a:pathLst>
          </a:custGeom>
          <a:solidFill>
            <a:srgbClr val="000000"/>
          </a:solidFill>
          <a:ln w="0">
            <a:noFill/>
          </a:ln>
        </p:spPr>
        <p:txBody>
          <a:bodyPr lIns="0" tIns="0" rIns="0" bIns="0" anchor="t">
            <a:noAutofit/>
          </a:bodyPr>
          <a:lstStyle/>
          <a:p>
            <a:endParaRPr lang="en-US" sz="2400" b="0" strike="noStrike" spc="-1">
              <a:solidFill>
                <a:srgbClr val="FFFFFF"/>
              </a:solidFill>
              <a:latin typeface="Quicksand"/>
            </a:endParaRPr>
          </a:p>
        </p:txBody>
      </p:sp>
      <p:sp>
        <p:nvSpPr>
          <p:cNvPr id="53" name="Freeform: Shape 52"/>
          <p:cNvSpPr/>
          <p:nvPr/>
        </p:nvSpPr>
        <p:spPr>
          <a:xfrm>
            <a:off x="8652960" y="10490760"/>
            <a:ext cx="365400" cy="346320"/>
          </a:xfrm>
          <a:custGeom>
            <a:avLst/>
            <a:gdLst/>
            <a:ahLst/>
            <a:cxnLst/>
            <a:rect l="0" t="0" r="r" b="b"/>
            <a:pathLst>
              <a:path w="1015" h="962">
                <a:moveTo>
                  <a:pt x="0" y="481"/>
                </a:moveTo>
                <a:lnTo>
                  <a:pt x="0" y="962"/>
                </a:lnTo>
                <a:lnTo>
                  <a:pt x="1015" y="481"/>
                </a:lnTo>
                <a:lnTo>
                  <a:pt x="0" y="0"/>
                </a:lnTo>
                <a:lnTo>
                  <a:pt x="0" y="481"/>
                </a:lnTo>
                <a:close/>
              </a:path>
            </a:pathLst>
          </a:custGeom>
          <a:solidFill>
            <a:srgbClr val="000000"/>
          </a:solidFill>
          <a:ln w="0">
            <a:noFill/>
          </a:ln>
        </p:spPr>
        <p:txBody>
          <a:bodyPr lIns="0" tIns="0" rIns="0" bIns="0" anchor="t">
            <a:noAutofit/>
          </a:bodyPr>
          <a:lstStyle/>
          <a:p>
            <a:endParaRPr lang="en-US" sz="2400" b="0" strike="noStrike" spc="-1">
              <a:solidFill>
                <a:srgbClr val="FFFFFF"/>
              </a:solidFill>
              <a:latin typeface="Quicksand"/>
            </a:endParaRPr>
          </a:p>
        </p:txBody>
      </p:sp>
      <p:sp>
        <p:nvSpPr>
          <p:cNvPr id="54" name="Freeform: Shape 53"/>
          <p:cNvSpPr/>
          <p:nvPr/>
        </p:nvSpPr>
        <p:spPr>
          <a:xfrm>
            <a:off x="15549840" y="10490760"/>
            <a:ext cx="365400" cy="346320"/>
          </a:xfrm>
          <a:custGeom>
            <a:avLst/>
            <a:gdLst/>
            <a:ahLst/>
            <a:cxnLst/>
            <a:rect l="0" t="0" r="r" b="b"/>
            <a:pathLst>
              <a:path w="1015" h="962">
                <a:moveTo>
                  <a:pt x="1015" y="481"/>
                </a:moveTo>
                <a:lnTo>
                  <a:pt x="1015" y="962"/>
                </a:lnTo>
                <a:lnTo>
                  <a:pt x="0" y="481"/>
                </a:lnTo>
                <a:lnTo>
                  <a:pt x="1015" y="0"/>
                </a:lnTo>
                <a:lnTo>
                  <a:pt x="1015" y="481"/>
                </a:lnTo>
                <a:close/>
              </a:path>
            </a:pathLst>
          </a:custGeom>
          <a:solidFill>
            <a:srgbClr val="000000"/>
          </a:solidFill>
          <a:ln w="0">
            <a:noFill/>
          </a:ln>
        </p:spPr>
        <p:txBody>
          <a:bodyPr lIns="0" tIns="0" rIns="0" bIns="0" anchor="t">
            <a:noAutofit/>
          </a:bodyPr>
          <a:lstStyle/>
          <a:p>
            <a:endParaRPr lang="en-US" sz="2400" b="0" strike="noStrike" spc="-1">
              <a:solidFill>
                <a:srgbClr val="FFFFFF"/>
              </a:solidFill>
              <a:latin typeface="Quicksand"/>
            </a:endParaRPr>
          </a:p>
        </p:txBody>
      </p:sp>
      <p:sp>
        <p:nvSpPr>
          <p:cNvPr id="55" name="Freeform: Shape 54"/>
          <p:cNvSpPr/>
          <p:nvPr/>
        </p:nvSpPr>
        <p:spPr>
          <a:xfrm>
            <a:off x="15549840" y="6538680"/>
            <a:ext cx="365400" cy="346680"/>
          </a:xfrm>
          <a:custGeom>
            <a:avLst/>
            <a:gdLst/>
            <a:ahLst/>
            <a:cxnLst/>
            <a:rect l="0" t="0" r="r" b="b"/>
            <a:pathLst>
              <a:path w="1015" h="963">
                <a:moveTo>
                  <a:pt x="1015" y="481"/>
                </a:moveTo>
                <a:lnTo>
                  <a:pt x="1015" y="963"/>
                </a:lnTo>
                <a:lnTo>
                  <a:pt x="0" y="481"/>
                </a:lnTo>
                <a:lnTo>
                  <a:pt x="1015" y="0"/>
                </a:lnTo>
                <a:lnTo>
                  <a:pt x="1015" y="481"/>
                </a:lnTo>
                <a:close/>
              </a:path>
            </a:pathLst>
          </a:custGeom>
          <a:solidFill>
            <a:srgbClr val="000000"/>
          </a:solidFill>
          <a:ln w="0">
            <a:noFill/>
          </a:ln>
        </p:spPr>
        <p:txBody>
          <a:bodyPr lIns="0" tIns="0" rIns="0" bIns="0" anchor="t">
            <a:noAutofit/>
          </a:bodyPr>
          <a:lstStyle/>
          <a:p>
            <a:endParaRPr lang="en-US" sz="2400" b="0" strike="noStrike" spc="-1">
              <a:solidFill>
                <a:srgbClr val="FFFFFF"/>
              </a:solidFill>
              <a:latin typeface="Quicksand"/>
            </a:endParaRPr>
          </a:p>
        </p:txBody>
      </p:sp>
      <p:sp>
        <p:nvSpPr>
          <p:cNvPr id="56" name="Freeform: Shape 55"/>
          <p:cNvSpPr/>
          <p:nvPr/>
        </p:nvSpPr>
        <p:spPr>
          <a:xfrm>
            <a:off x="16642080" y="5439960"/>
            <a:ext cx="5715720" cy="2544120"/>
          </a:xfrm>
          <a:custGeom>
            <a:avLst/>
            <a:gdLst/>
            <a:ahLst/>
            <a:cxnLst/>
            <a:rect l="0" t="0" r="r" b="b"/>
            <a:pathLst>
              <a:path w="15877" h="7067">
                <a:moveTo>
                  <a:pt x="0" y="7067"/>
                </a:moveTo>
                <a:lnTo>
                  <a:pt x="15877" y="7067"/>
                </a:lnTo>
                <a:lnTo>
                  <a:pt x="15877" y="0"/>
                </a:lnTo>
                <a:lnTo>
                  <a:pt x="0" y="0"/>
                </a:lnTo>
                <a:lnTo>
                  <a:pt x="0" y="7067"/>
                </a:lnTo>
                <a:close/>
              </a:path>
            </a:pathLst>
          </a:custGeom>
          <a:solidFill>
            <a:srgbClr val="212121"/>
          </a:solidFill>
          <a:ln w="0">
            <a:noFill/>
          </a:ln>
        </p:spPr>
        <p:txBody>
          <a:bodyPr lIns="0" tIns="0" rIns="0" bIns="0" anchor="t">
            <a:noAutofit/>
          </a:bodyPr>
          <a:lstStyle/>
          <a:p>
            <a:endParaRPr lang="en-US" sz="2400" b="0" strike="noStrike" spc="-1">
              <a:solidFill>
                <a:srgbClr val="FFFFFF"/>
              </a:solidFill>
              <a:latin typeface="Quicksand"/>
            </a:endParaRPr>
          </a:p>
        </p:txBody>
      </p:sp>
      <p:sp>
        <p:nvSpPr>
          <p:cNvPr id="57" name="TextBox 56"/>
          <p:cNvSpPr txBox="1"/>
          <p:nvPr/>
        </p:nvSpPr>
        <p:spPr>
          <a:xfrm>
            <a:off x="4465080" y="2476800"/>
            <a:ext cx="19870560" cy="887400"/>
          </a:xfrm>
          <a:prstGeom prst="rect">
            <a:avLst/>
          </a:prstGeom>
          <a:noFill/>
          <a:ln w="0">
            <a:noFill/>
          </a:ln>
        </p:spPr>
        <p:txBody>
          <a:bodyPr lIns="0" tIns="0" rIns="0" bIns="0" anchor="t">
            <a:noAutofit/>
          </a:bodyPr>
          <a:lstStyle/>
          <a:p>
            <a:r>
              <a:rPr lang="en-US" sz="6000" b="0" strike="noStrike" spc="-1" dirty="0">
                <a:solidFill>
                  <a:srgbClr val="212121"/>
                </a:solidFill>
                <a:latin typeface="Rajdhani"/>
                <a:ea typeface="Rajdhani"/>
              </a:rPr>
              <a:t>[DATA TABLE TITLE]</a:t>
            </a:r>
            <a:endParaRPr lang="en-US" sz="6000" b="0" strike="noStrike" spc="-1" dirty="0">
              <a:solidFill>
                <a:srgbClr val="000000"/>
              </a:solidFill>
              <a:latin typeface="Quicksand"/>
            </a:endParaRPr>
          </a:p>
        </p:txBody>
      </p:sp>
      <p:sp>
        <p:nvSpPr>
          <p:cNvPr id="62" name="Freeform: Shape 61"/>
          <p:cNvSpPr/>
          <p:nvPr/>
        </p:nvSpPr>
        <p:spPr>
          <a:xfrm>
            <a:off x="16642800" y="9392040"/>
            <a:ext cx="5715720" cy="4324320"/>
          </a:xfrm>
          <a:custGeom>
            <a:avLst/>
            <a:gdLst/>
            <a:ahLst/>
            <a:cxnLst/>
            <a:rect l="0" t="0" r="r" b="b"/>
            <a:pathLst>
              <a:path w="15877" h="12012">
                <a:moveTo>
                  <a:pt x="0" y="12012"/>
                </a:moveTo>
                <a:lnTo>
                  <a:pt x="15877" y="12012"/>
                </a:lnTo>
                <a:lnTo>
                  <a:pt x="15877" y="0"/>
                </a:lnTo>
                <a:lnTo>
                  <a:pt x="0" y="0"/>
                </a:lnTo>
                <a:lnTo>
                  <a:pt x="0" y="12012"/>
                </a:lnTo>
                <a:close/>
              </a:path>
            </a:pathLst>
          </a:custGeom>
          <a:solidFill>
            <a:srgbClr val="212121"/>
          </a:solidFill>
          <a:ln w="0">
            <a:noFill/>
          </a:ln>
        </p:spPr>
        <p:txBody>
          <a:bodyPr lIns="0" tIns="0" rIns="0" bIns="0" anchor="t">
            <a:noAutofit/>
          </a:bodyPr>
          <a:lstStyle/>
          <a:p>
            <a:endParaRPr lang="en-US" sz="2400" b="0" strike="noStrike" spc="-1">
              <a:solidFill>
                <a:srgbClr val="FFFFFF"/>
              </a:solidFill>
              <a:latin typeface="Quicksand"/>
            </a:endParaRPr>
          </a:p>
        </p:txBody>
      </p:sp>
      <p:sp>
        <p:nvSpPr>
          <p:cNvPr id="63" name="TextBox 62"/>
          <p:cNvSpPr txBox="1"/>
          <p:nvPr/>
        </p:nvSpPr>
        <p:spPr>
          <a:xfrm>
            <a:off x="18037800" y="4834080"/>
            <a:ext cx="3394800" cy="474480"/>
          </a:xfrm>
          <a:prstGeom prst="rect">
            <a:avLst/>
          </a:prstGeom>
          <a:noFill/>
          <a:ln w="0">
            <a:noFill/>
          </a:ln>
        </p:spPr>
        <p:txBody>
          <a:bodyPr lIns="0" tIns="0" rIns="0" bIns="0" anchor="t">
            <a:noAutofit/>
          </a:bodyPr>
          <a:lstStyle/>
          <a:p>
            <a:r>
              <a:rPr lang="en-US" sz="3200" b="1" strike="noStrike" spc="-1" dirty="0">
                <a:solidFill>
                  <a:srgbClr val="212121"/>
                </a:solidFill>
                <a:latin typeface="Quicksand-Semi"/>
                <a:ea typeface="Quicksand-Semi"/>
              </a:rPr>
              <a:t>SAMPLE TEXT</a:t>
            </a:r>
            <a:endParaRPr lang="en-US" sz="3200" b="0" strike="noStrike" spc="-1" dirty="0">
              <a:solidFill>
                <a:srgbClr val="000000"/>
              </a:solidFill>
              <a:latin typeface="Quicksand"/>
            </a:endParaRPr>
          </a:p>
        </p:txBody>
      </p:sp>
      <p:sp>
        <p:nvSpPr>
          <p:cNvPr id="66" name="TextBox 65"/>
          <p:cNvSpPr txBox="1"/>
          <p:nvPr/>
        </p:nvSpPr>
        <p:spPr>
          <a:xfrm>
            <a:off x="18438480" y="10858320"/>
            <a:ext cx="2238120" cy="384480"/>
          </a:xfrm>
          <a:prstGeom prst="rect">
            <a:avLst/>
          </a:prstGeom>
          <a:noFill/>
          <a:ln w="0">
            <a:noFill/>
          </a:ln>
        </p:spPr>
        <p:txBody>
          <a:bodyPr lIns="0" tIns="0" rIns="0" bIns="0" anchor="t">
            <a:noAutofit/>
          </a:bodyPr>
          <a:lstStyle/>
          <a:p>
            <a:r>
              <a:rPr lang="en-US" sz="2600" b="0" strike="noStrike" spc="-1" dirty="0">
                <a:solidFill>
                  <a:srgbClr val="FFFFFF"/>
                </a:solidFill>
                <a:latin typeface="Quicksand"/>
                <a:ea typeface="Quicksand"/>
              </a:rPr>
              <a:t>SAMPLE TEXT</a:t>
            </a:r>
            <a:endParaRPr lang="en-US" sz="2600" b="0" strike="noStrike" spc="-1" dirty="0">
              <a:solidFill>
                <a:srgbClr val="000000"/>
              </a:solidFill>
              <a:latin typeface="Quicksand"/>
            </a:endParaRPr>
          </a:p>
        </p:txBody>
      </p:sp>
      <p:sp>
        <p:nvSpPr>
          <p:cNvPr id="67" name="Freeform: Shape 66"/>
          <p:cNvSpPr/>
          <p:nvPr/>
        </p:nvSpPr>
        <p:spPr>
          <a:xfrm>
            <a:off x="9334440" y="5439960"/>
            <a:ext cx="5715720" cy="8276400"/>
          </a:xfrm>
          <a:custGeom>
            <a:avLst/>
            <a:gdLst/>
            <a:ahLst/>
            <a:cxnLst/>
            <a:rect l="0" t="0" r="r" b="b"/>
            <a:pathLst>
              <a:path w="15877" h="22990">
                <a:moveTo>
                  <a:pt x="0" y="22990"/>
                </a:moveTo>
                <a:lnTo>
                  <a:pt x="15877" y="22990"/>
                </a:lnTo>
                <a:lnTo>
                  <a:pt x="15877" y="0"/>
                </a:lnTo>
                <a:lnTo>
                  <a:pt x="0" y="0"/>
                </a:lnTo>
                <a:lnTo>
                  <a:pt x="0" y="22990"/>
                </a:lnTo>
                <a:close/>
              </a:path>
            </a:pathLst>
          </a:custGeom>
          <a:solidFill>
            <a:srgbClr val="FDC012"/>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68" name="TextBox 67"/>
          <p:cNvSpPr txBox="1"/>
          <p:nvPr/>
        </p:nvSpPr>
        <p:spPr>
          <a:xfrm>
            <a:off x="17982360" y="8786160"/>
            <a:ext cx="3601800" cy="474480"/>
          </a:xfrm>
          <a:prstGeom prst="rect">
            <a:avLst/>
          </a:prstGeom>
          <a:noFill/>
          <a:ln w="0">
            <a:noFill/>
          </a:ln>
        </p:spPr>
        <p:txBody>
          <a:bodyPr lIns="0" tIns="0" rIns="0" bIns="0" anchor="t">
            <a:noAutofit/>
          </a:bodyPr>
          <a:lstStyle/>
          <a:p>
            <a:r>
              <a:rPr lang="en-US" sz="3200" b="1" strike="noStrike" spc="-1" dirty="0">
                <a:solidFill>
                  <a:srgbClr val="212121"/>
                </a:solidFill>
                <a:latin typeface="Quicksand-Semi"/>
                <a:ea typeface="Quicksand-Semi"/>
              </a:rPr>
              <a:t>SAMPLE TEXT</a:t>
            </a:r>
            <a:endParaRPr lang="en-US" sz="3200" b="0" strike="noStrike" spc="-1" dirty="0">
              <a:solidFill>
                <a:srgbClr val="000000"/>
              </a:solidFill>
              <a:latin typeface="Quicksand"/>
            </a:endParaRPr>
          </a:p>
        </p:txBody>
      </p:sp>
      <p:sp>
        <p:nvSpPr>
          <p:cNvPr id="69" name="TextBox 68"/>
          <p:cNvSpPr txBox="1"/>
          <p:nvPr/>
        </p:nvSpPr>
        <p:spPr>
          <a:xfrm>
            <a:off x="10572378" y="4834080"/>
            <a:ext cx="4615560" cy="474480"/>
          </a:xfrm>
          <a:prstGeom prst="rect">
            <a:avLst/>
          </a:prstGeom>
          <a:noFill/>
          <a:ln w="0">
            <a:noFill/>
          </a:ln>
        </p:spPr>
        <p:txBody>
          <a:bodyPr lIns="0" tIns="0" rIns="0" bIns="0" anchor="t">
            <a:noAutofit/>
          </a:bodyPr>
          <a:lstStyle/>
          <a:p>
            <a:r>
              <a:rPr lang="en-US" sz="3200" b="1" strike="noStrike" spc="-1" dirty="0">
                <a:solidFill>
                  <a:srgbClr val="212121"/>
                </a:solidFill>
                <a:latin typeface="Quicksand-Semi"/>
                <a:ea typeface="Quicksand-Semi"/>
              </a:rPr>
              <a:t>SAMPLE TEXT</a:t>
            </a:r>
            <a:endParaRPr lang="en-US" sz="3200" b="0" strike="noStrike" spc="-1" dirty="0">
              <a:solidFill>
                <a:srgbClr val="000000"/>
              </a:solidFill>
              <a:latin typeface="Quicksand"/>
            </a:endParaRPr>
          </a:p>
        </p:txBody>
      </p:sp>
      <p:sp>
        <p:nvSpPr>
          <p:cNvPr id="78" name="Freeform: Shape 77"/>
          <p:cNvSpPr/>
          <p:nvPr/>
        </p:nvSpPr>
        <p:spPr>
          <a:xfrm>
            <a:off x="2025720" y="5439960"/>
            <a:ext cx="5715720" cy="2544120"/>
          </a:xfrm>
          <a:custGeom>
            <a:avLst/>
            <a:gdLst/>
            <a:ahLst/>
            <a:cxnLst/>
            <a:rect l="0" t="0" r="r" b="b"/>
            <a:pathLst>
              <a:path w="15877" h="7067">
                <a:moveTo>
                  <a:pt x="0" y="7067"/>
                </a:moveTo>
                <a:lnTo>
                  <a:pt x="15877" y="7067"/>
                </a:lnTo>
                <a:lnTo>
                  <a:pt x="15877" y="0"/>
                </a:lnTo>
                <a:lnTo>
                  <a:pt x="0" y="0"/>
                </a:lnTo>
                <a:lnTo>
                  <a:pt x="0" y="7067"/>
                </a:lnTo>
                <a:close/>
              </a:path>
            </a:pathLst>
          </a:custGeom>
          <a:solidFill>
            <a:srgbClr val="212121"/>
          </a:solidFill>
          <a:ln w="0">
            <a:noFill/>
          </a:ln>
        </p:spPr>
        <p:txBody>
          <a:bodyPr lIns="0" tIns="0" rIns="0" bIns="0" anchor="t">
            <a:noAutofit/>
          </a:bodyPr>
          <a:lstStyle/>
          <a:p>
            <a:endParaRPr lang="en-US" sz="2400" b="0" strike="noStrike" spc="-1" dirty="0">
              <a:solidFill>
                <a:srgbClr val="FFFFFF"/>
              </a:solidFill>
              <a:latin typeface="Quicksand"/>
            </a:endParaRPr>
          </a:p>
        </p:txBody>
      </p:sp>
      <p:sp>
        <p:nvSpPr>
          <p:cNvPr id="79" name="TextBox 78"/>
          <p:cNvSpPr txBox="1"/>
          <p:nvPr/>
        </p:nvSpPr>
        <p:spPr>
          <a:xfrm>
            <a:off x="9806040" y="9136080"/>
            <a:ext cx="5019120" cy="384480"/>
          </a:xfrm>
          <a:prstGeom prst="rect">
            <a:avLst/>
          </a:prstGeom>
          <a:noFill/>
          <a:ln w="0">
            <a:noFill/>
          </a:ln>
        </p:spPr>
        <p:txBody>
          <a:bodyPr lIns="0" tIns="0" rIns="0" bIns="0" anchor="t">
            <a:noAutofit/>
          </a:bodyPr>
          <a:lstStyle/>
          <a:p>
            <a:endParaRPr lang="en-US" sz="2600" b="0" strike="noStrike" spc="-1" dirty="0">
              <a:solidFill>
                <a:srgbClr val="000000"/>
              </a:solidFill>
              <a:latin typeface="Quicksand"/>
            </a:endParaRPr>
          </a:p>
        </p:txBody>
      </p:sp>
      <p:sp>
        <p:nvSpPr>
          <p:cNvPr id="84" name="Freeform: Shape 83"/>
          <p:cNvSpPr/>
          <p:nvPr/>
        </p:nvSpPr>
        <p:spPr>
          <a:xfrm>
            <a:off x="2025000" y="9415909"/>
            <a:ext cx="5715720" cy="4324320"/>
          </a:xfrm>
          <a:custGeom>
            <a:avLst/>
            <a:gdLst/>
            <a:ahLst/>
            <a:cxnLst/>
            <a:rect l="0" t="0" r="r" b="b"/>
            <a:pathLst>
              <a:path w="15877" h="12012">
                <a:moveTo>
                  <a:pt x="0" y="12012"/>
                </a:moveTo>
                <a:lnTo>
                  <a:pt x="15877" y="12012"/>
                </a:lnTo>
                <a:lnTo>
                  <a:pt x="15877" y="0"/>
                </a:lnTo>
                <a:lnTo>
                  <a:pt x="0" y="0"/>
                </a:lnTo>
                <a:lnTo>
                  <a:pt x="0" y="12012"/>
                </a:lnTo>
                <a:close/>
              </a:path>
            </a:pathLst>
          </a:custGeom>
          <a:solidFill>
            <a:srgbClr val="212121"/>
          </a:solidFill>
          <a:ln w="0">
            <a:noFill/>
          </a:ln>
        </p:spPr>
        <p:txBody>
          <a:bodyPr lIns="0" tIns="0" rIns="0" bIns="0" anchor="t">
            <a:noAutofit/>
          </a:bodyPr>
          <a:lstStyle/>
          <a:p>
            <a:endParaRPr lang="en-US" sz="2400" b="0" strike="noStrike" spc="-1" dirty="0">
              <a:solidFill>
                <a:srgbClr val="FFFFFF"/>
              </a:solidFill>
              <a:latin typeface="Quicksand"/>
            </a:endParaRPr>
          </a:p>
        </p:txBody>
      </p:sp>
      <p:sp>
        <p:nvSpPr>
          <p:cNvPr id="85" name="TextBox 84"/>
          <p:cNvSpPr txBox="1"/>
          <p:nvPr/>
        </p:nvSpPr>
        <p:spPr>
          <a:xfrm>
            <a:off x="3364329" y="4887846"/>
            <a:ext cx="5048280" cy="474480"/>
          </a:xfrm>
          <a:prstGeom prst="rect">
            <a:avLst/>
          </a:prstGeom>
          <a:noFill/>
          <a:ln w="0">
            <a:noFill/>
          </a:ln>
        </p:spPr>
        <p:txBody>
          <a:bodyPr lIns="0" tIns="0" rIns="0" bIns="0" anchor="t">
            <a:noAutofit/>
          </a:bodyPr>
          <a:lstStyle/>
          <a:p>
            <a:r>
              <a:rPr lang="en-US" sz="3200" b="1" strike="noStrike" spc="-1" dirty="0">
                <a:solidFill>
                  <a:srgbClr val="212121"/>
                </a:solidFill>
                <a:latin typeface="Quicksand-Semi"/>
                <a:ea typeface="Quicksand-Semi"/>
              </a:rPr>
              <a:t>SAMPLE TEXT</a:t>
            </a:r>
            <a:endParaRPr lang="en-US" sz="3200" b="0" strike="noStrike" spc="-1" dirty="0">
              <a:solidFill>
                <a:srgbClr val="000000"/>
              </a:solidFill>
              <a:latin typeface="Quicksand"/>
            </a:endParaRPr>
          </a:p>
        </p:txBody>
      </p:sp>
      <p:sp>
        <p:nvSpPr>
          <p:cNvPr id="86" name="TextBox 85"/>
          <p:cNvSpPr txBox="1"/>
          <p:nvPr/>
        </p:nvSpPr>
        <p:spPr>
          <a:xfrm>
            <a:off x="3834000" y="8786160"/>
            <a:ext cx="3360430" cy="474480"/>
          </a:xfrm>
          <a:prstGeom prst="rect">
            <a:avLst/>
          </a:prstGeom>
          <a:noFill/>
          <a:ln w="0">
            <a:noFill/>
          </a:ln>
        </p:spPr>
        <p:txBody>
          <a:bodyPr lIns="0" tIns="0" rIns="0" bIns="0" anchor="t">
            <a:noAutofit/>
          </a:bodyPr>
          <a:lstStyle/>
          <a:p>
            <a:r>
              <a:rPr lang="en-US" sz="3200" b="1" strike="noStrike" spc="-1" dirty="0">
                <a:solidFill>
                  <a:srgbClr val="212121"/>
                </a:solidFill>
                <a:latin typeface="Quicksand-Semi"/>
              </a:rPr>
              <a:t>SAMPLE TEXT</a:t>
            </a:r>
            <a:endParaRPr lang="en-US" sz="3200" b="0" strike="noStrike" spc="-1" dirty="0">
              <a:solidFill>
                <a:srgbClr val="000000"/>
              </a:solidFill>
              <a:latin typeface="Quicksand"/>
            </a:endParaRPr>
          </a:p>
        </p:txBody>
      </p:sp>
      <p:sp>
        <p:nvSpPr>
          <p:cNvPr id="93" name="TextBox 92"/>
          <p:cNvSpPr txBox="1"/>
          <p:nvPr/>
        </p:nvSpPr>
        <p:spPr>
          <a:xfrm>
            <a:off x="1066680" y="1144080"/>
            <a:ext cx="5048280" cy="532440"/>
          </a:xfrm>
          <a:prstGeom prst="rect">
            <a:avLst/>
          </a:prstGeom>
          <a:noFill/>
          <a:ln w="0">
            <a:noFill/>
          </a:ln>
        </p:spPr>
        <p:txBody>
          <a:bodyPr lIns="0" tIns="0" rIns="0" bIns="0" anchor="t">
            <a:noAutofit/>
          </a:bodyPr>
          <a:lstStyle/>
          <a:p>
            <a:r>
              <a:rPr lang="en-US" sz="3600" b="0" strike="noStrike" spc="-1" dirty="0">
                <a:solidFill>
                  <a:srgbClr val="212121"/>
                </a:solidFill>
                <a:latin typeface="Rajdhani"/>
                <a:ea typeface="Rajdhani"/>
              </a:rPr>
              <a:t>[DATA TABLE SUBTITLE]</a:t>
            </a:r>
            <a:endParaRPr lang="en-US" sz="3600" b="0" strike="noStrike" spc="-1" dirty="0">
              <a:solidFill>
                <a:srgbClr val="000000"/>
              </a:solidFill>
              <a:latin typeface="Quicksand"/>
            </a:endParaRPr>
          </a:p>
        </p:txBody>
      </p:sp>
      <p:sp>
        <p:nvSpPr>
          <p:cNvPr id="92" name="TextBox 91"/>
          <p:cNvSpPr txBox="1"/>
          <p:nvPr/>
        </p:nvSpPr>
        <p:spPr>
          <a:xfrm>
            <a:off x="3167280" y="12039120"/>
            <a:ext cx="3615480" cy="384480"/>
          </a:xfrm>
          <a:prstGeom prst="rect">
            <a:avLst/>
          </a:prstGeom>
          <a:noFill/>
          <a:ln w="0">
            <a:noFill/>
          </a:ln>
        </p:spPr>
        <p:txBody>
          <a:bodyPr lIns="0" tIns="0" rIns="0" bIns="0" anchor="t">
            <a:noAutofit/>
          </a:bodyPr>
          <a:lstStyle/>
          <a:p>
            <a:endParaRPr lang="en-US" sz="2600" b="0" strike="noStrike" spc="-1" dirty="0">
              <a:solidFill>
                <a:srgbClr val="000000"/>
              </a:solidFill>
              <a:latin typeface="Quicksand"/>
            </a:endParaRPr>
          </a:p>
        </p:txBody>
      </p:sp>
      <p:sp>
        <p:nvSpPr>
          <p:cNvPr id="4" name="TextBox 3">
            <a:extLst>
              <a:ext uri="{FF2B5EF4-FFF2-40B4-BE49-F238E27FC236}">
                <a16:creationId xmlns:a16="http://schemas.microsoft.com/office/drawing/2014/main" id="{15DAD3EF-378C-91F7-9A65-108A16C3F8B2}"/>
              </a:ext>
            </a:extLst>
          </p:cNvPr>
          <p:cNvSpPr txBox="1"/>
          <p:nvPr/>
        </p:nvSpPr>
        <p:spPr>
          <a:xfrm>
            <a:off x="18639360" y="6473520"/>
            <a:ext cx="2238120" cy="384480"/>
          </a:xfrm>
          <a:prstGeom prst="rect">
            <a:avLst/>
          </a:prstGeom>
          <a:noFill/>
          <a:ln w="0">
            <a:noFill/>
          </a:ln>
        </p:spPr>
        <p:txBody>
          <a:bodyPr lIns="0" tIns="0" rIns="0" bIns="0" anchor="t">
            <a:noAutofit/>
          </a:bodyPr>
          <a:lstStyle/>
          <a:p>
            <a:r>
              <a:rPr lang="en-US" sz="2600" b="0" strike="noStrike" spc="-1" dirty="0">
                <a:solidFill>
                  <a:srgbClr val="FFFFFF"/>
                </a:solidFill>
                <a:latin typeface="Quicksand"/>
                <a:ea typeface="Quicksand"/>
              </a:rPr>
              <a:t>SAMPLE TEXT</a:t>
            </a:r>
            <a:endParaRPr lang="en-US" sz="2600" b="0" strike="noStrike" spc="-1" dirty="0">
              <a:solidFill>
                <a:srgbClr val="000000"/>
              </a:solidFill>
              <a:latin typeface="Quicksand"/>
            </a:endParaRPr>
          </a:p>
        </p:txBody>
      </p:sp>
      <p:sp>
        <p:nvSpPr>
          <p:cNvPr id="5" name="TextBox 4">
            <a:extLst>
              <a:ext uri="{FF2B5EF4-FFF2-40B4-BE49-F238E27FC236}">
                <a16:creationId xmlns:a16="http://schemas.microsoft.com/office/drawing/2014/main" id="{90CF6537-1D6C-83BB-4214-5506E5BCF99F}"/>
              </a:ext>
            </a:extLst>
          </p:cNvPr>
          <p:cNvSpPr txBox="1"/>
          <p:nvPr/>
        </p:nvSpPr>
        <p:spPr>
          <a:xfrm>
            <a:off x="3834000" y="6370614"/>
            <a:ext cx="2238120" cy="384480"/>
          </a:xfrm>
          <a:prstGeom prst="rect">
            <a:avLst/>
          </a:prstGeom>
          <a:noFill/>
          <a:ln w="0">
            <a:noFill/>
          </a:ln>
        </p:spPr>
        <p:txBody>
          <a:bodyPr lIns="0" tIns="0" rIns="0" bIns="0" anchor="t">
            <a:noAutofit/>
          </a:bodyPr>
          <a:lstStyle/>
          <a:p>
            <a:r>
              <a:rPr lang="en-US" sz="2600" b="0" strike="noStrike" spc="-1" dirty="0">
                <a:solidFill>
                  <a:srgbClr val="FFFFFF"/>
                </a:solidFill>
                <a:latin typeface="Quicksand"/>
                <a:ea typeface="Quicksand"/>
              </a:rPr>
              <a:t>SAMPLE TEXT</a:t>
            </a:r>
            <a:endParaRPr lang="en-US" sz="2600" b="0" strike="noStrike" spc="-1" dirty="0">
              <a:solidFill>
                <a:srgbClr val="000000"/>
              </a:solidFill>
              <a:latin typeface="Quicksand"/>
            </a:endParaRPr>
          </a:p>
        </p:txBody>
      </p:sp>
      <p:sp>
        <p:nvSpPr>
          <p:cNvPr id="6" name="TextBox 5">
            <a:extLst>
              <a:ext uri="{FF2B5EF4-FFF2-40B4-BE49-F238E27FC236}">
                <a16:creationId xmlns:a16="http://schemas.microsoft.com/office/drawing/2014/main" id="{16BB398C-9CD2-4BDC-FFD2-128A23C521B0}"/>
              </a:ext>
            </a:extLst>
          </p:cNvPr>
          <p:cNvSpPr txBox="1"/>
          <p:nvPr/>
        </p:nvSpPr>
        <p:spPr>
          <a:xfrm>
            <a:off x="3650349" y="11363040"/>
            <a:ext cx="2238120" cy="384480"/>
          </a:xfrm>
          <a:prstGeom prst="rect">
            <a:avLst/>
          </a:prstGeom>
          <a:noFill/>
          <a:ln w="0">
            <a:noFill/>
          </a:ln>
        </p:spPr>
        <p:txBody>
          <a:bodyPr lIns="0" tIns="0" rIns="0" bIns="0" anchor="t">
            <a:noAutofit/>
          </a:bodyPr>
          <a:lstStyle/>
          <a:p>
            <a:r>
              <a:rPr lang="en-US" sz="2600" b="0" strike="noStrike" spc="-1" dirty="0">
                <a:solidFill>
                  <a:srgbClr val="FFFFFF"/>
                </a:solidFill>
                <a:latin typeface="Quicksand"/>
                <a:ea typeface="Quicksand"/>
              </a:rPr>
              <a:t>SAMPLE TEXT</a:t>
            </a:r>
            <a:endParaRPr lang="en-US" sz="2600" b="0" strike="noStrike" spc="-1" dirty="0">
              <a:solidFill>
                <a:srgbClr val="000000"/>
              </a:solidFill>
              <a:latin typeface="Quicksand"/>
            </a:endParaRPr>
          </a:p>
        </p:txBody>
      </p:sp>
      <p:sp>
        <p:nvSpPr>
          <p:cNvPr id="7" name="TextBox 6">
            <a:extLst>
              <a:ext uri="{FF2B5EF4-FFF2-40B4-BE49-F238E27FC236}">
                <a16:creationId xmlns:a16="http://schemas.microsoft.com/office/drawing/2014/main" id="{F602FF36-E9DB-9062-E6F0-DD8703517081}"/>
              </a:ext>
            </a:extLst>
          </p:cNvPr>
          <p:cNvSpPr txBox="1"/>
          <p:nvPr/>
        </p:nvSpPr>
        <p:spPr>
          <a:xfrm>
            <a:off x="11196540" y="8831160"/>
            <a:ext cx="2238120" cy="384480"/>
          </a:xfrm>
          <a:prstGeom prst="rect">
            <a:avLst/>
          </a:prstGeom>
          <a:noFill/>
          <a:ln w="0">
            <a:noFill/>
          </a:ln>
        </p:spPr>
        <p:txBody>
          <a:bodyPr lIns="0" tIns="0" rIns="0" bIns="0" anchor="t">
            <a:noAutofit/>
          </a:bodyPr>
          <a:lstStyle/>
          <a:p>
            <a:r>
              <a:rPr lang="en-US" sz="2600" b="0" strike="noStrike" spc="-1" dirty="0">
                <a:solidFill>
                  <a:srgbClr val="FFFFFF"/>
                </a:solidFill>
                <a:latin typeface="Quicksand"/>
                <a:ea typeface="Quicksand"/>
              </a:rPr>
              <a:t>SAMPLE TEXT</a:t>
            </a:r>
            <a:endParaRPr lang="en-US" sz="2600" b="0" strike="noStrike" spc="-1" dirty="0">
              <a:solidFill>
                <a:srgbClr val="000000"/>
              </a:solidFill>
              <a:latin typeface="Quicksan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52525"/>
        </a:solidFill>
        <a:effectLst/>
      </p:bgPr>
    </p:bg>
    <p:spTree>
      <p:nvGrpSpPr>
        <p:cNvPr id="1" name=""/>
        <p:cNvGrpSpPr/>
        <p:nvPr/>
      </p:nvGrpSpPr>
      <p:grpSpPr>
        <a:xfrm>
          <a:off x="0" y="0"/>
          <a:ext cx="0" cy="0"/>
          <a:chOff x="0" y="0"/>
          <a:chExt cx="0" cy="0"/>
        </a:xfrm>
      </p:grpSpPr>
      <p:pic>
        <p:nvPicPr>
          <p:cNvPr id="95" name="Picture 94"/>
          <p:cNvPicPr/>
          <p:nvPr/>
        </p:nvPicPr>
        <p:blipFill>
          <a:blip r:embed="rId2"/>
          <a:stretch/>
        </p:blipFill>
        <p:spPr>
          <a:xfrm>
            <a:off x="22145400" y="915120"/>
            <a:ext cx="1171440" cy="1181880"/>
          </a:xfrm>
          <a:prstGeom prst="rect">
            <a:avLst/>
          </a:prstGeom>
          <a:ln w="0">
            <a:noFill/>
          </a:ln>
        </p:spPr>
      </p:pic>
      <p:sp>
        <p:nvSpPr>
          <p:cNvPr id="96" name="TextBox 95"/>
          <p:cNvSpPr txBox="1"/>
          <p:nvPr/>
        </p:nvSpPr>
        <p:spPr>
          <a:xfrm>
            <a:off x="1066680" y="1144080"/>
            <a:ext cx="2140560" cy="532440"/>
          </a:xfrm>
          <a:prstGeom prst="rect">
            <a:avLst/>
          </a:prstGeom>
          <a:noFill/>
          <a:ln w="0">
            <a:noFill/>
          </a:ln>
        </p:spPr>
        <p:txBody>
          <a:bodyPr lIns="0" tIns="0" rIns="0" bIns="0" anchor="t">
            <a:noAutofit/>
          </a:bodyPr>
          <a:lstStyle/>
          <a:p>
            <a:r>
              <a:rPr lang="en-US" sz="3600" b="0" strike="noStrike" spc="-1" dirty="0">
                <a:solidFill>
                  <a:srgbClr val="FFFFFF"/>
                </a:solidFill>
                <a:latin typeface="Rajdhani"/>
                <a:ea typeface="Rajdhani"/>
              </a:rPr>
              <a:t>PROCESS</a:t>
            </a:r>
            <a:endParaRPr lang="en-US" sz="3600" b="0" strike="noStrike" spc="-1" dirty="0">
              <a:solidFill>
                <a:srgbClr val="000000"/>
              </a:solidFill>
              <a:latin typeface="Quicksand"/>
            </a:endParaRPr>
          </a:p>
        </p:txBody>
      </p:sp>
      <p:sp>
        <p:nvSpPr>
          <p:cNvPr id="97" name="Freeform: Shape 96"/>
          <p:cNvSpPr/>
          <p:nvPr/>
        </p:nvSpPr>
        <p:spPr>
          <a:xfrm>
            <a:off x="8332920" y="8236440"/>
            <a:ext cx="433800" cy="501840"/>
          </a:xfrm>
          <a:custGeom>
            <a:avLst/>
            <a:gdLst/>
            <a:ahLst/>
            <a:cxnLst/>
            <a:rect l="0" t="0" r="r" b="b"/>
            <a:pathLst>
              <a:path w="1205" h="1394">
                <a:moveTo>
                  <a:pt x="0" y="0"/>
                </a:moveTo>
                <a:lnTo>
                  <a:pt x="1205" y="697"/>
                </a:lnTo>
                <a:lnTo>
                  <a:pt x="0" y="1394"/>
                </a:lnTo>
                <a:lnTo>
                  <a:pt x="0" y="0"/>
                </a:ln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98" name="Freeform: Shape 97"/>
          <p:cNvSpPr/>
          <p:nvPr/>
        </p:nvSpPr>
        <p:spPr>
          <a:xfrm>
            <a:off x="15617160" y="8236440"/>
            <a:ext cx="434160" cy="501840"/>
          </a:xfrm>
          <a:custGeom>
            <a:avLst/>
            <a:gdLst/>
            <a:ahLst/>
            <a:cxnLst/>
            <a:rect l="0" t="0" r="r" b="b"/>
            <a:pathLst>
              <a:path w="1206" h="1394">
                <a:moveTo>
                  <a:pt x="0" y="0"/>
                </a:moveTo>
                <a:lnTo>
                  <a:pt x="1206" y="697"/>
                </a:lnTo>
                <a:lnTo>
                  <a:pt x="0" y="1394"/>
                </a:lnTo>
                <a:lnTo>
                  <a:pt x="0" y="0"/>
                </a:ln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99" name="Freeform: Shape 98"/>
          <p:cNvSpPr/>
          <p:nvPr/>
        </p:nvSpPr>
        <p:spPr>
          <a:xfrm>
            <a:off x="2159640" y="5739480"/>
            <a:ext cx="5495760" cy="5495760"/>
          </a:xfrm>
          <a:custGeom>
            <a:avLst/>
            <a:gdLst/>
            <a:ahLst/>
            <a:cxnLst/>
            <a:rect l="0" t="0" r="r" b="b"/>
            <a:pathLst>
              <a:path w="15266" h="15266">
                <a:moveTo>
                  <a:pt x="7634" y="15266"/>
                </a:moveTo>
                <a:cubicBezTo>
                  <a:pt x="3425" y="15266"/>
                  <a:pt x="0" y="11842"/>
                  <a:pt x="0" y="7633"/>
                </a:cubicBezTo>
                <a:cubicBezTo>
                  <a:pt x="0" y="3424"/>
                  <a:pt x="3425" y="0"/>
                  <a:pt x="7634" y="0"/>
                </a:cubicBezTo>
                <a:cubicBezTo>
                  <a:pt x="11842" y="0"/>
                  <a:pt x="15266" y="3424"/>
                  <a:pt x="15266" y="7633"/>
                </a:cubicBezTo>
                <a:cubicBezTo>
                  <a:pt x="15266" y="11842"/>
                  <a:pt x="11842" y="15266"/>
                  <a:pt x="7634" y="15266"/>
                </a:cubicBezTo>
                <a:moveTo>
                  <a:pt x="7634" y="569"/>
                </a:moveTo>
                <a:cubicBezTo>
                  <a:pt x="3739" y="569"/>
                  <a:pt x="570" y="3738"/>
                  <a:pt x="570" y="7633"/>
                </a:cubicBezTo>
                <a:cubicBezTo>
                  <a:pt x="570" y="11528"/>
                  <a:pt x="3739" y="14696"/>
                  <a:pt x="7634" y="14696"/>
                </a:cubicBezTo>
                <a:cubicBezTo>
                  <a:pt x="11528" y="14696"/>
                  <a:pt x="14697" y="11528"/>
                  <a:pt x="14697" y="7633"/>
                </a:cubicBezTo>
                <a:cubicBezTo>
                  <a:pt x="14697" y="3738"/>
                  <a:pt x="11528" y="569"/>
                  <a:pt x="7634" y="569"/>
                </a:cubicBez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00" name="Freeform: Shape 99"/>
          <p:cNvSpPr/>
          <p:nvPr/>
        </p:nvSpPr>
        <p:spPr>
          <a:xfrm>
            <a:off x="3935160" y="6496920"/>
            <a:ext cx="1944720" cy="1945080"/>
          </a:xfrm>
          <a:custGeom>
            <a:avLst/>
            <a:gdLst/>
            <a:ahLst/>
            <a:cxnLst/>
            <a:rect l="0" t="0" r="r" b="b"/>
            <a:pathLst>
              <a:path w="5402" h="5403">
                <a:moveTo>
                  <a:pt x="0" y="2702"/>
                </a:moveTo>
                <a:cubicBezTo>
                  <a:pt x="0" y="1210"/>
                  <a:pt x="1209" y="0"/>
                  <a:pt x="2702" y="0"/>
                </a:cubicBezTo>
                <a:cubicBezTo>
                  <a:pt x="4193" y="0"/>
                  <a:pt x="5402" y="1210"/>
                  <a:pt x="5402" y="2702"/>
                </a:cubicBezTo>
                <a:cubicBezTo>
                  <a:pt x="5402" y="4193"/>
                  <a:pt x="4193" y="5403"/>
                  <a:pt x="2702" y="5403"/>
                </a:cubicBezTo>
                <a:cubicBezTo>
                  <a:pt x="1209" y="5403"/>
                  <a:pt x="0" y="4193"/>
                  <a:pt x="0" y="2702"/>
                </a:cubicBez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01" name="TextBox 100"/>
          <p:cNvSpPr txBox="1"/>
          <p:nvPr/>
        </p:nvSpPr>
        <p:spPr>
          <a:xfrm>
            <a:off x="1066680" y="2476800"/>
            <a:ext cx="22328640" cy="887400"/>
          </a:xfrm>
          <a:prstGeom prst="rect">
            <a:avLst/>
          </a:prstGeom>
          <a:noFill/>
          <a:ln w="0">
            <a:noFill/>
          </a:ln>
        </p:spPr>
        <p:txBody>
          <a:bodyPr lIns="0" tIns="0" rIns="0" bIns="0" anchor="t">
            <a:noAutofit/>
          </a:bodyPr>
          <a:lstStyle/>
          <a:p>
            <a:r>
              <a:rPr lang="en-US" sz="6000" b="0" strike="noStrike" spc="-1" dirty="0">
                <a:solidFill>
                  <a:srgbClr val="FFFFFF"/>
                </a:solidFill>
                <a:latin typeface="Rajdhani"/>
                <a:ea typeface="Rajdhani"/>
              </a:rPr>
              <a:t>[SECTION TITLE: e.g. MARKET ANALYSIS: THREE LEGS TO THE STOOL]</a:t>
            </a:r>
            <a:endParaRPr lang="en-US" sz="6000" b="0" strike="noStrike" spc="-1" dirty="0">
              <a:solidFill>
                <a:srgbClr val="000000"/>
              </a:solidFill>
              <a:latin typeface="Quicksand"/>
            </a:endParaRPr>
          </a:p>
        </p:txBody>
      </p:sp>
      <p:sp>
        <p:nvSpPr>
          <p:cNvPr id="102" name="TextBox 101"/>
          <p:cNvSpPr txBox="1"/>
          <p:nvPr/>
        </p:nvSpPr>
        <p:spPr>
          <a:xfrm>
            <a:off x="3519000" y="8783280"/>
            <a:ext cx="3351960" cy="443880"/>
          </a:xfrm>
          <a:prstGeom prst="rect">
            <a:avLst/>
          </a:prstGeom>
          <a:noFill/>
          <a:ln w="0">
            <a:noFill/>
          </a:ln>
        </p:spPr>
        <p:txBody>
          <a:bodyPr lIns="0" tIns="0" rIns="0" bIns="0" anchor="t">
            <a:noAutofit/>
          </a:bodyPr>
          <a:lstStyle/>
          <a:p>
            <a:r>
              <a:rPr lang="en-US" sz="3000" b="1" strike="noStrike" spc="-1" dirty="0">
                <a:solidFill>
                  <a:srgbClr val="FFFFFF"/>
                </a:solidFill>
                <a:latin typeface="Quicksand-Semi"/>
                <a:ea typeface="Quicksand-Semi"/>
              </a:rPr>
              <a:t>[PILLAR 1 LABEL]</a:t>
            </a:r>
            <a:endParaRPr lang="en-US" sz="3000" b="0" strike="noStrike" spc="-1" dirty="0">
              <a:solidFill>
                <a:srgbClr val="000000"/>
              </a:solidFill>
              <a:latin typeface="Quicksand"/>
            </a:endParaRPr>
          </a:p>
        </p:txBody>
      </p:sp>
      <p:sp>
        <p:nvSpPr>
          <p:cNvPr id="103" name="Freeform: Shape 102"/>
          <p:cNvSpPr/>
          <p:nvPr/>
        </p:nvSpPr>
        <p:spPr>
          <a:xfrm>
            <a:off x="9444240" y="5739480"/>
            <a:ext cx="5495760" cy="5495760"/>
          </a:xfrm>
          <a:custGeom>
            <a:avLst/>
            <a:gdLst/>
            <a:ahLst/>
            <a:cxnLst/>
            <a:rect l="0" t="0" r="r" b="b"/>
            <a:pathLst>
              <a:path w="15266" h="15266">
                <a:moveTo>
                  <a:pt x="7632" y="15266"/>
                </a:moveTo>
                <a:cubicBezTo>
                  <a:pt x="3423" y="15266"/>
                  <a:pt x="0" y="11842"/>
                  <a:pt x="0" y="7633"/>
                </a:cubicBezTo>
                <a:cubicBezTo>
                  <a:pt x="0" y="3424"/>
                  <a:pt x="3423" y="0"/>
                  <a:pt x="7632" y="0"/>
                </a:cubicBezTo>
                <a:cubicBezTo>
                  <a:pt x="11841" y="0"/>
                  <a:pt x="15266" y="3424"/>
                  <a:pt x="15266" y="7633"/>
                </a:cubicBezTo>
                <a:cubicBezTo>
                  <a:pt x="15266" y="11842"/>
                  <a:pt x="11841" y="15266"/>
                  <a:pt x="7632" y="15266"/>
                </a:cubicBezTo>
                <a:moveTo>
                  <a:pt x="7632" y="569"/>
                </a:moveTo>
                <a:cubicBezTo>
                  <a:pt x="3738" y="569"/>
                  <a:pt x="569" y="3738"/>
                  <a:pt x="569" y="7633"/>
                </a:cubicBezTo>
                <a:cubicBezTo>
                  <a:pt x="569" y="11528"/>
                  <a:pt x="3738" y="14696"/>
                  <a:pt x="7632" y="14696"/>
                </a:cubicBezTo>
                <a:cubicBezTo>
                  <a:pt x="11527" y="14696"/>
                  <a:pt x="14696" y="11528"/>
                  <a:pt x="14696" y="7633"/>
                </a:cubicBezTo>
                <a:cubicBezTo>
                  <a:pt x="14696" y="3738"/>
                  <a:pt x="11527" y="569"/>
                  <a:pt x="7632" y="569"/>
                </a:cubicBez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04" name="Freeform: Shape 103"/>
          <p:cNvSpPr/>
          <p:nvPr/>
        </p:nvSpPr>
        <p:spPr>
          <a:xfrm>
            <a:off x="11219400" y="6496920"/>
            <a:ext cx="1945080" cy="1945080"/>
          </a:xfrm>
          <a:custGeom>
            <a:avLst/>
            <a:gdLst/>
            <a:ahLst/>
            <a:cxnLst/>
            <a:rect l="0" t="0" r="r" b="b"/>
            <a:pathLst>
              <a:path w="5403" h="5403">
                <a:moveTo>
                  <a:pt x="0" y="2702"/>
                </a:moveTo>
                <a:cubicBezTo>
                  <a:pt x="0" y="1210"/>
                  <a:pt x="1210" y="0"/>
                  <a:pt x="2701" y="0"/>
                </a:cubicBezTo>
                <a:cubicBezTo>
                  <a:pt x="4194" y="0"/>
                  <a:pt x="5403" y="1210"/>
                  <a:pt x="5403" y="2702"/>
                </a:cubicBezTo>
                <a:cubicBezTo>
                  <a:pt x="5403" y="4193"/>
                  <a:pt x="4194" y="5403"/>
                  <a:pt x="2701" y="5403"/>
                </a:cubicBezTo>
                <a:cubicBezTo>
                  <a:pt x="1210" y="5403"/>
                  <a:pt x="0" y="4193"/>
                  <a:pt x="0" y="2702"/>
                </a:cubicBez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05" name="TextBox 104"/>
          <p:cNvSpPr txBox="1"/>
          <p:nvPr/>
        </p:nvSpPr>
        <p:spPr>
          <a:xfrm>
            <a:off x="4784760" y="7026480"/>
            <a:ext cx="761760" cy="887400"/>
          </a:xfrm>
          <a:prstGeom prst="rect">
            <a:avLst/>
          </a:prstGeom>
          <a:noFill/>
          <a:ln w="0">
            <a:noFill/>
          </a:ln>
        </p:spPr>
        <p:txBody>
          <a:bodyPr lIns="0" tIns="0" rIns="0" bIns="0" anchor="t">
            <a:noAutofit/>
          </a:bodyPr>
          <a:lstStyle/>
          <a:p>
            <a:r>
              <a:rPr lang="en-US" sz="6000" b="0" strike="noStrike" spc="-1">
                <a:solidFill>
                  <a:srgbClr val="212121"/>
                </a:solidFill>
                <a:latin typeface="Rajdhani"/>
                <a:ea typeface="Rajdhani"/>
              </a:rPr>
              <a:t>1</a:t>
            </a:r>
            <a:endParaRPr lang="en-US" sz="6000" b="0" strike="noStrike" spc="-1">
              <a:solidFill>
                <a:srgbClr val="000000"/>
              </a:solidFill>
              <a:latin typeface="Quicksand"/>
            </a:endParaRPr>
          </a:p>
        </p:txBody>
      </p:sp>
      <p:sp>
        <p:nvSpPr>
          <p:cNvPr id="106" name="TextBox 105"/>
          <p:cNvSpPr txBox="1"/>
          <p:nvPr/>
        </p:nvSpPr>
        <p:spPr>
          <a:xfrm>
            <a:off x="10693980" y="8656960"/>
            <a:ext cx="3766440" cy="443880"/>
          </a:xfrm>
          <a:prstGeom prst="rect">
            <a:avLst/>
          </a:prstGeom>
          <a:noFill/>
          <a:ln w="0">
            <a:noFill/>
          </a:ln>
        </p:spPr>
        <p:txBody>
          <a:bodyPr lIns="0" tIns="0" rIns="0" bIns="0" anchor="t">
            <a:noAutofit/>
          </a:bodyPr>
          <a:lstStyle/>
          <a:p>
            <a:r>
              <a:rPr lang="en-US" sz="3000" b="1" strike="noStrike" spc="-1" dirty="0">
                <a:solidFill>
                  <a:srgbClr val="FFFFFF"/>
                </a:solidFill>
                <a:latin typeface="Quicksand-Semi"/>
                <a:ea typeface="Quicksand-Semi"/>
              </a:rPr>
              <a:t>[PILLAR 2 LABEL]</a:t>
            </a:r>
            <a:endParaRPr lang="en-US" sz="3000" b="0" strike="noStrike" spc="-1" dirty="0">
              <a:solidFill>
                <a:srgbClr val="000000"/>
              </a:solidFill>
              <a:latin typeface="Quicksand"/>
            </a:endParaRPr>
          </a:p>
        </p:txBody>
      </p:sp>
      <p:sp>
        <p:nvSpPr>
          <p:cNvPr id="107" name="Freeform: Shape 106"/>
          <p:cNvSpPr/>
          <p:nvPr/>
        </p:nvSpPr>
        <p:spPr>
          <a:xfrm>
            <a:off x="16728480" y="5739480"/>
            <a:ext cx="5495760" cy="5495760"/>
          </a:xfrm>
          <a:custGeom>
            <a:avLst/>
            <a:gdLst/>
            <a:ahLst/>
            <a:cxnLst/>
            <a:rect l="0" t="0" r="r" b="b"/>
            <a:pathLst>
              <a:path w="15266" h="15266">
                <a:moveTo>
                  <a:pt x="7634" y="15266"/>
                </a:moveTo>
                <a:cubicBezTo>
                  <a:pt x="3424" y="15266"/>
                  <a:pt x="0" y="11842"/>
                  <a:pt x="0" y="7633"/>
                </a:cubicBezTo>
                <a:cubicBezTo>
                  <a:pt x="0" y="3424"/>
                  <a:pt x="3424" y="0"/>
                  <a:pt x="7634" y="0"/>
                </a:cubicBezTo>
                <a:cubicBezTo>
                  <a:pt x="11842" y="0"/>
                  <a:pt x="15266" y="3424"/>
                  <a:pt x="15266" y="7633"/>
                </a:cubicBezTo>
                <a:cubicBezTo>
                  <a:pt x="15266" y="11842"/>
                  <a:pt x="11842" y="15266"/>
                  <a:pt x="7634" y="15266"/>
                </a:cubicBezTo>
                <a:moveTo>
                  <a:pt x="7634" y="569"/>
                </a:moveTo>
                <a:cubicBezTo>
                  <a:pt x="3738" y="569"/>
                  <a:pt x="570" y="3738"/>
                  <a:pt x="570" y="7633"/>
                </a:cubicBezTo>
                <a:cubicBezTo>
                  <a:pt x="570" y="11528"/>
                  <a:pt x="3738" y="14696"/>
                  <a:pt x="7634" y="14696"/>
                </a:cubicBezTo>
                <a:cubicBezTo>
                  <a:pt x="11528" y="14696"/>
                  <a:pt x="14697" y="11528"/>
                  <a:pt x="14697" y="7633"/>
                </a:cubicBezTo>
                <a:cubicBezTo>
                  <a:pt x="14697" y="3738"/>
                  <a:pt x="11528" y="569"/>
                  <a:pt x="7634" y="569"/>
                </a:cubicBez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08" name="Freeform: Shape 107"/>
          <p:cNvSpPr/>
          <p:nvPr/>
        </p:nvSpPr>
        <p:spPr>
          <a:xfrm>
            <a:off x="18504000" y="6496920"/>
            <a:ext cx="1944720" cy="1945080"/>
          </a:xfrm>
          <a:custGeom>
            <a:avLst/>
            <a:gdLst/>
            <a:ahLst/>
            <a:cxnLst/>
            <a:rect l="0" t="0" r="r" b="b"/>
            <a:pathLst>
              <a:path w="5402" h="5403">
                <a:moveTo>
                  <a:pt x="0" y="2702"/>
                </a:moveTo>
                <a:cubicBezTo>
                  <a:pt x="0" y="1210"/>
                  <a:pt x="1209" y="0"/>
                  <a:pt x="2701" y="0"/>
                </a:cubicBezTo>
                <a:cubicBezTo>
                  <a:pt x="4192" y="0"/>
                  <a:pt x="5402" y="1210"/>
                  <a:pt x="5402" y="2702"/>
                </a:cubicBezTo>
                <a:cubicBezTo>
                  <a:pt x="5402" y="4193"/>
                  <a:pt x="4192" y="5403"/>
                  <a:pt x="2701" y="5403"/>
                </a:cubicBezTo>
                <a:cubicBezTo>
                  <a:pt x="1209" y="5403"/>
                  <a:pt x="0" y="4193"/>
                  <a:pt x="0" y="2702"/>
                </a:cubicBez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09" name="TextBox 108"/>
          <p:cNvSpPr txBox="1"/>
          <p:nvPr/>
        </p:nvSpPr>
        <p:spPr>
          <a:xfrm>
            <a:off x="12008520" y="7026480"/>
            <a:ext cx="761760" cy="887400"/>
          </a:xfrm>
          <a:prstGeom prst="rect">
            <a:avLst/>
          </a:prstGeom>
          <a:noFill/>
          <a:ln w="0">
            <a:noFill/>
          </a:ln>
        </p:spPr>
        <p:txBody>
          <a:bodyPr lIns="0" tIns="0" rIns="0" bIns="0" anchor="t">
            <a:noAutofit/>
          </a:bodyPr>
          <a:lstStyle/>
          <a:p>
            <a:r>
              <a:rPr lang="en-US" sz="6000" b="0" strike="noStrike" spc="-1">
                <a:solidFill>
                  <a:srgbClr val="212121"/>
                </a:solidFill>
                <a:latin typeface="Rajdhani"/>
                <a:ea typeface="Rajdhani"/>
              </a:rPr>
              <a:t>2</a:t>
            </a:r>
            <a:endParaRPr lang="en-US" sz="6000" b="0" strike="noStrike" spc="-1">
              <a:solidFill>
                <a:srgbClr val="000000"/>
              </a:solidFill>
              <a:latin typeface="Quicksand"/>
            </a:endParaRPr>
          </a:p>
        </p:txBody>
      </p:sp>
      <p:sp>
        <p:nvSpPr>
          <p:cNvPr id="111" name="TextBox 110"/>
          <p:cNvSpPr txBox="1"/>
          <p:nvPr/>
        </p:nvSpPr>
        <p:spPr>
          <a:xfrm>
            <a:off x="17711820" y="8878900"/>
            <a:ext cx="4297280" cy="443880"/>
          </a:xfrm>
          <a:prstGeom prst="rect">
            <a:avLst/>
          </a:prstGeom>
          <a:noFill/>
          <a:ln w="0">
            <a:noFill/>
          </a:ln>
        </p:spPr>
        <p:txBody>
          <a:bodyPr lIns="0" tIns="0" rIns="0" bIns="0" anchor="t">
            <a:noAutofit/>
          </a:bodyPr>
          <a:lstStyle/>
          <a:p>
            <a:r>
              <a:rPr lang="en-US" sz="3000" b="1" strike="noStrike" spc="-1" dirty="0">
                <a:solidFill>
                  <a:srgbClr val="FFFFFF"/>
                </a:solidFill>
                <a:latin typeface="Quicksand-Semi"/>
                <a:ea typeface="Quicksand-Semi"/>
              </a:rPr>
              <a:t>[PILLAR 3 SUBLABEL]</a:t>
            </a:r>
            <a:endParaRPr lang="en-US" sz="3000" b="0" strike="noStrike" spc="-1" dirty="0">
              <a:solidFill>
                <a:srgbClr val="000000"/>
              </a:solidFill>
              <a:latin typeface="Quicksand"/>
            </a:endParaRPr>
          </a:p>
        </p:txBody>
      </p:sp>
      <p:sp>
        <p:nvSpPr>
          <p:cNvPr id="112" name="TextBox 111"/>
          <p:cNvSpPr txBox="1"/>
          <p:nvPr/>
        </p:nvSpPr>
        <p:spPr>
          <a:xfrm>
            <a:off x="19285920" y="7026480"/>
            <a:ext cx="761760" cy="887400"/>
          </a:xfrm>
          <a:prstGeom prst="rect">
            <a:avLst/>
          </a:prstGeom>
          <a:noFill/>
          <a:ln w="0">
            <a:noFill/>
          </a:ln>
        </p:spPr>
        <p:txBody>
          <a:bodyPr lIns="0" tIns="0" rIns="0" bIns="0" anchor="t">
            <a:noAutofit/>
          </a:bodyPr>
          <a:lstStyle/>
          <a:p>
            <a:r>
              <a:rPr lang="en-US" sz="6000" b="0" strike="noStrike" spc="-1">
                <a:solidFill>
                  <a:srgbClr val="212121"/>
                </a:solidFill>
                <a:latin typeface="Rajdhani"/>
                <a:ea typeface="Rajdhani"/>
              </a:rPr>
              <a:t>3</a:t>
            </a:r>
            <a:endParaRPr lang="en-US" sz="6000" b="0" strike="noStrike" spc="-1">
              <a:solidFill>
                <a:srgbClr val="000000"/>
              </a:solidFill>
              <a:latin typeface="Quicksand"/>
            </a:endParaRPr>
          </a:p>
        </p:txBody>
      </p:sp>
      <p:sp>
        <p:nvSpPr>
          <p:cNvPr id="113" name="TextBox 112"/>
          <p:cNvSpPr txBox="1"/>
          <p:nvPr/>
        </p:nvSpPr>
        <p:spPr>
          <a:xfrm>
            <a:off x="3059640" y="9455760"/>
            <a:ext cx="3964680" cy="384480"/>
          </a:xfrm>
          <a:prstGeom prst="rect">
            <a:avLst/>
          </a:prstGeom>
          <a:noFill/>
          <a:ln w="0">
            <a:noFill/>
          </a:ln>
        </p:spPr>
        <p:txBody>
          <a:bodyPr lIns="0" tIns="0" rIns="0" bIns="0" anchor="t">
            <a:noAutofit/>
          </a:bodyPr>
          <a:lstStyle/>
          <a:p>
            <a:r>
              <a:rPr lang="en-US" sz="2600" b="0" strike="noStrike" spc="-1" dirty="0">
                <a:solidFill>
                  <a:srgbClr val="FFFFFF"/>
                </a:solidFill>
                <a:latin typeface="Quicksand"/>
                <a:ea typeface="Quicksand"/>
              </a:rPr>
              <a:t>[PILLAR 1 DESCRIPTION]</a:t>
            </a:r>
            <a:endParaRPr lang="en-US" sz="2600" b="0" strike="noStrike" spc="-1" dirty="0">
              <a:solidFill>
                <a:srgbClr val="000000"/>
              </a:solidFill>
              <a:latin typeface="Quicksand"/>
            </a:endParaRPr>
          </a:p>
        </p:txBody>
      </p:sp>
      <p:sp>
        <p:nvSpPr>
          <p:cNvPr id="114" name="TextBox 113"/>
          <p:cNvSpPr txBox="1"/>
          <p:nvPr/>
        </p:nvSpPr>
        <p:spPr>
          <a:xfrm>
            <a:off x="10356060" y="9393180"/>
            <a:ext cx="4922520" cy="384480"/>
          </a:xfrm>
          <a:prstGeom prst="rect">
            <a:avLst/>
          </a:prstGeom>
          <a:noFill/>
          <a:ln w="0">
            <a:noFill/>
          </a:ln>
        </p:spPr>
        <p:txBody>
          <a:bodyPr lIns="0" tIns="0" rIns="0" bIns="0" anchor="t">
            <a:noAutofit/>
          </a:bodyPr>
          <a:lstStyle/>
          <a:p>
            <a:r>
              <a:rPr lang="en-US" sz="2600" b="0" strike="noStrike" spc="-1" dirty="0">
                <a:solidFill>
                  <a:srgbClr val="FFFFFF"/>
                </a:solidFill>
                <a:latin typeface="Quicksand"/>
                <a:ea typeface="Quicksand"/>
              </a:rPr>
              <a:t>[PILLAR 2 DESCRIPTION]</a:t>
            </a:r>
            <a:endParaRPr lang="en-US" sz="2600" b="0" strike="noStrike" spc="-1" dirty="0">
              <a:solidFill>
                <a:srgbClr val="000000"/>
              </a:solidFill>
              <a:latin typeface="Quicksand"/>
            </a:endParaRPr>
          </a:p>
        </p:txBody>
      </p:sp>
      <p:sp>
        <p:nvSpPr>
          <p:cNvPr id="115" name="TextBox 114"/>
          <p:cNvSpPr txBox="1"/>
          <p:nvPr/>
        </p:nvSpPr>
        <p:spPr>
          <a:xfrm>
            <a:off x="17704400" y="9486720"/>
            <a:ext cx="4304700" cy="384480"/>
          </a:xfrm>
          <a:prstGeom prst="rect">
            <a:avLst/>
          </a:prstGeom>
          <a:noFill/>
          <a:ln w="0">
            <a:noFill/>
          </a:ln>
        </p:spPr>
        <p:txBody>
          <a:bodyPr lIns="0" tIns="0" rIns="0" bIns="0" anchor="t">
            <a:noAutofit/>
          </a:bodyPr>
          <a:lstStyle/>
          <a:p>
            <a:r>
              <a:rPr lang="en-US" sz="2600" b="0" strike="noStrike" spc="-1" dirty="0">
                <a:solidFill>
                  <a:srgbClr val="FFFFFF"/>
                </a:solidFill>
                <a:latin typeface="Quicksand"/>
                <a:ea typeface="Quicksand"/>
              </a:rPr>
              <a:t>[PILLAR 3 DESCRIPTION</a:t>
            </a:r>
            <a:endParaRPr lang="en-US" sz="2600" b="0" strike="noStrike" spc="-1" dirty="0">
              <a:solidFill>
                <a:srgbClr val="000000"/>
              </a:solidFill>
              <a:latin typeface="Quicksand"/>
            </a:endParaRPr>
          </a:p>
        </p:txBody>
      </p:sp>
      <p:sp>
        <p:nvSpPr>
          <p:cNvPr id="116" name="TextBox 115"/>
          <p:cNvSpPr txBox="1"/>
          <p:nvPr/>
        </p:nvSpPr>
        <p:spPr>
          <a:xfrm>
            <a:off x="18385920" y="10226520"/>
            <a:ext cx="5159880" cy="384480"/>
          </a:xfrm>
          <a:prstGeom prst="rect">
            <a:avLst/>
          </a:prstGeom>
          <a:noFill/>
          <a:ln w="0">
            <a:noFill/>
          </a:ln>
        </p:spPr>
        <p:txBody>
          <a:bodyPr lIns="0" tIns="0" rIns="0" bIns="0" anchor="t">
            <a:noAutofit/>
          </a:bodyPr>
          <a:lstStyle/>
          <a:p>
            <a:endParaRPr lang="en-US" sz="2600" b="0" strike="noStrike" spc="-1" dirty="0">
              <a:solidFill>
                <a:srgbClr val="000000"/>
              </a:solidFill>
              <a:latin typeface="Quicksand"/>
            </a:endParaRPr>
          </a:p>
        </p:txBody>
      </p:sp>
      <p:sp>
        <p:nvSpPr>
          <p:cNvPr id="117" name="TextBox 116"/>
          <p:cNvSpPr txBox="1"/>
          <p:nvPr/>
        </p:nvSpPr>
        <p:spPr>
          <a:xfrm>
            <a:off x="5711760" y="4200480"/>
            <a:ext cx="15356520" cy="443880"/>
          </a:xfrm>
          <a:prstGeom prst="rect">
            <a:avLst/>
          </a:prstGeom>
          <a:noFill/>
          <a:ln w="0">
            <a:noFill/>
          </a:ln>
        </p:spPr>
        <p:txBody>
          <a:bodyPr lIns="0" tIns="0" rIns="0" bIns="0" anchor="t">
            <a:noAutofit/>
          </a:bodyPr>
          <a:lstStyle/>
          <a:p>
            <a:r>
              <a:rPr lang="en-US" sz="3000" b="1" strike="noStrike" spc="-1" dirty="0">
                <a:solidFill>
                  <a:srgbClr val="FEC00F"/>
                </a:solidFill>
                <a:latin typeface="Quicksand-Semi"/>
                <a:ea typeface="Quicksand-Semi"/>
              </a:rPr>
              <a:t>[SUBTITLE / DESCRIPTION OF THIS PROCESS SECTION]</a:t>
            </a:r>
            <a:endParaRPr lang="en-US" sz="3000" b="0" strike="noStrike" spc="-1" dirty="0">
              <a:solidFill>
                <a:srgbClr val="000000"/>
              </a:solidFill>
              <a:latin typeface="Quicksan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9" name="Picture 118"/>
          <p:cNvPicPr/>
          <p:nvPr/>
        </p:nvPicPr>
        <p:blipFill>
          <a:blip r:embed="rId2"/>
          <a:stretch/>
        </p:blipFill>
        <p:spPr>
          <a:xfrm>
            <a:off x="22145400" y="915120"/>
            <a:ext cx="1171440" cy="1181880"/>
          </a:xfrm>
          <a:prstGeom prst="rect">
            <a:avLst/>
          </a:prstGeom>
          <a:ln w="0">
            <a:noFill/>
          </a:ln>
        </p:spPr>
      </p:pic>
      <p:sp>
        <p:nvSpPr>
          <p:cNvPr id="124" name="TextBox 123"/>
          <p:cNvSpPr txBox="1"/>
          <p:nvPr/>
        </p:nvSpPr>
        <p:spPr>
          <a:xfrm>
            <a:off x="9528913" y="915120"/>
            <a:ext cx="7163765" cy="887400"/>
          </a:xfrm>
          <a:prstGeom prst="rect">
            <a:avLst/>
          </a:prstGeom>
          <a:noFill/>
          <a:ln w="0">
            <a:noFill/>
          </a:ln>
        </p:spPr>
        <p:txBody>
          <a:bodyPr lIns="0" tIns="0" rIns="0" bIns="0" anchor="t">
            <a:noAutofit/>
          </a:bodyPr>
          <a:lstStyle/>
          <a:p>
            <a:r>
              <a:rPr lang="en-US" sz="6000" b="0" strike="noStrike" spc="-1" dirty="0">
                <a:solidFill>
                  <a:srgbClr val="212121"/>
                </a:solidFill>
                <a:latin typeface="Rajdhani"/>
                <a:ea typeface="Rajdhani"/>
              </a:rPr>
              <a:t>[CHART TITLE]</a:t>
            </a:r>
            <a:endParaRPr lang="en-US" sz="6000" b="0" strike="noStrike" spc="-1" dirty="0">
              <a:solidFill>
                <a:srgbClr val="000000"/>
              </a:solidFill>
              <a:latin typeface="Quicksand"/>
            </a:endParaRPr>
          </a:p>
        </p:txBody>
      </p:sp>
      <p:sp>
        <p:nvSpPr>
          <p:cNvPr id="125" name="TextBox 124"/>
          <p:cNvSpPr txBox="1"/>
          <p:nvPr/>
        </p:nvSpPr>
        <p:spPr>
          <a:xfrm>
            <a:off x="9891598" y="13033473"/>
            <a:ext cx="5543780" cy="490440"/>
          </a:xfrm>
          <a:prstGeom prst="rect">
            <a:avLst/>
          </a:prstGeom>
          <a:noFill/>
          <a:ln w="0">
            <a:noFill/>
          </a:ln>
        </p:spPr>
        <p:txBody>
          <a:bodyPr lIns="0" tIns="0" rIns="0" bIns="0" anchor="t">
            <a:noAutofit/>
          </a:bodyPr>
          <a:lstStyle/>
          <a:p>
            <a:r>
              <a:rPr lang="en-US" sz="2000" b="0" strike="noStrike" spc="-1" dirty="0">
                <a:solidFill>
                  <a:srgbClr val="000000"/>
                </a:solidFill>
                <a:latin typeface="Quicksand"/>
                <a:ea typeface="Quicksand"/>
              </a:rPr>
              <a:t>[CHART CAPTION / DISCLAIMER]</a:t>
            </a:r>
            <a:endParaRPr lang="en-US" sz="2000" b="0" strike="noStrike" spc="-1" dirty="0">
              <a:solidFill>
                <a:srgbClr val="000000"/>
              </a:solidFill>
              <a:latin typeface="Quicksand"/>
            </a:endParaRPr>
          </a:p>
        </p:txBody>
      </p:sp>
      <p:sp>
        <p:nvSpPr>
          <p:cNvPr id="126" name="TextBox 125"/>
          <p:cNvSpPr txBox="1"/>
          <p:nvPr/>
        </p:nvSpPr>
        <p:spPr>
          <a:xfrm>
            <a:off x="1066680" y="1144080"/>
            <a:ext cx="2140560" cy="532440"/>
          </a:xfrm>
          <a:prstGeom prst="rect">
            <a:avLst/>
          </a:prstGeom>
          <a:noFill/>
          <a:ln w="0">
            <a:noFill/>
          </a:ln>
        </p:spPr>
        <p:txBody>
          <a:bodyPr lIns="0" tIns="0" rIns="0" bIns="0" anchor="t">
            <a:noAutofit/>
          </a:bodyPr>
          <a:lstStyle/>
          <a:p>
            <a:r>
              <a:rPr lang="en-US" sz="3600" b="0" strike="noStrike" spc="-1" dirty="0">
                <a:solidFill>
                  <a:srgbClr val="212121"/>
                </a:solidFill>
                <a:latin typeface="Rajdhani"/>
                <a:ea typeface="Rajdhani"/>
              </a:rPr>
              <a:t>PROCESS</a:t>
            </a:r>
            <a:endParaRPr lang="en-US" sz="3600" b="0" strike="noStrike" spc="-1" dirty="0">
              <a:solidFill>
                <a:srgbClr val="000000"/>
              </a:solidFill>
              <a:latin typeface="Quicksan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52525"/>
        </a:solidFill>
        <a:effectLst/>
      </p:bgPr>
    </p:bg>
    <p:spTree>
      <p:nvGrpSpPr>
        <p:cNvPr id="1" name=""/>
        <p:cNvGrpSpPr/>
        <p:nvPr/>
      </p:nvGrpSpPr>
      <p:grpSpPr>
        <a:xfrm>
          <a:off x="0" y="0"/>
          <a:ext cx="0" cy="0"/>
          <a:chOff x="0" y="0"/>
          <a:chExt cx="0" cy="0"/>
        </a:xfrm>
      </p:grpSpPr>
      <p:pic>
        <p:nvPicPr>
          <p:cNvPr id="146" name="Picture 145"/>
          <p:cNvPicPr/>
          <p:nvPr/>
        </p:nvPicPr>
        <p:blipFill>
          <a:blip r:embed="rId2"/>
          <a:stretch/>
        </p:blipFill>
        <p:spPr>
          <a:xfrm>
            <a:off x="22145400" y="915120"/>
            <a:ext cx="1171440" cy="1181880"/>
          </a:xfrm>
          <a:prstGeom prst="rect">
            <a:avLst/>
          </a:prstGeom>
          <a:ln w="0">
            <a:noFill/>
          </a:ln>
        </p:spPr>
      </p:pic>
      <p:sp>
        <p:nvSpPr>
          <p:cNvPr id="148" name="TextBox 147"/>
          <p:cNvSpPr txBox="1"/>
          <p:nvPr/>
        </p:nvSpPr>
        <p:spPr>
          <a:xfrm>
            <a:off x="1699730" y="3364000"/>
            <a:ext cx="21892620" cy="1853900"/>
          </a:xfrm>
          <a:prstGeom prst="rect">
            <a:avLst/>
          </a:prstGeom>
          <a:noFill/>
          <a:ln w="0">
            <a:noFill/>
          </a:ln>
        </p:spPr>
        <p:txBody>
          <a:bodyPr lIns="0" tIns="0" rIns="0" bIns="0" anchor="t">
            <a:noAutofit/>
          </a:bodyPr>
          <a:lstStyle/>
          <a:p>
            <a:pPr algn="ctr"/>
            <a:r>
              <a:rPr lang="en-US" sz="6000" spc="-1" dirty="0">
                <a:solidFill>
                  <a:srgbClr val="FFFFFF"/>
                </a:solidFill>
                <a:ea typeface="Rajdhani"/>
              </a:rPr>
              <a:t>EG[OUR COMPOSITES ARE DESIGNED TO HIGHLIGHT TIMES </a:t>
            </a:r>
            <a:endParaRPr lang="en-US" sz="6000" spc="-1" dirty="0">
              <a:solidFill>
                <a:srgbClr val="000000"/>
              </a:solidFill>
              <a:latin typeface="Quicksand"/>
            </a:endParaRPr>
          </a:p>
          <a:p>
            <a:pPr algn="ctr"/>
            <a:r>
              <a:rPr lang="en-US" sz="6000" b="0" strike="noStrike" spc="-1" dirty="0">
                <a:solidFill>
                  <a:srgbClr val="FFFFFF"/>
                </a:solidFill>
                <a:latin typeface="Rajdhani"/>
                <a:ea typeface="Rajdhani"/>
              </a:rPr>
              <a:t>OF </a:t>
            </a:r>
            <a:r>
              <a:rPr lang="en-US" sz="6000" b="0" strike="noStrike" spc="-1" dirty="0">
                <a:solidFill>
                  <a:srgbClr val="FEC00F"/>
                </a:solidFill>
                <a:latin typeface="Rajdhani"/>
                <a:ea typeface="Rajdhani"/>
              </a:rPr>
              <a:t>RISK-ON</a:t>
            </a:r>
            <a:r>
              <a:rPr lang="en-US" sz="6000" b="0" strike="noStrike" spc="-1" dirty="0">
                <a:solidFill>
                  <a:srgbClr val="FFFFFF"/>
                </a:solidFill>
                <a:latin typeface="Rajdhani"/>
                <a:ea typeface="Rajdhani"/>
              </a:rPr>
              <a:t> AND </a:t>
            </a:r>
            <a:r>
              <a:rPr lang="en-US" sz="6000" b="0" strike="noStrike" spc="-1" dirty="0">
                <a:solidFill>
                  <a:srgbClr val="FEC00F"/>
                </a:solidFill>
                <a:latin typeface="Rajdhani"/>
                <a:ea typeface="Rajdhani"/>
              </a:rPr>
              <a:t>RISK-OFF</a:t>
            </a:r>
            <a:r>
              <a:rPr lang="en-US" sz="6000" b="0" strike="noStrike" spc="-1" dirty="0">
                <a:solidFill>
                  <a:srgbClr val="FFFFFF"/>
                </a:solidFill>
                <a:latin typeface="Rajdhani"/>
                <a:ea typeface="Rajdhani"/>
              </a:rPr>
              <a:t> BEHAVIOR</a:t>
            </a:r>
            <a:r>
              <a:rPr lang="en-US" sz="6000" spc="-1" dirty="0">
                <a:solidFill>
                  <a:srgbClr val="FFFFFF"/>
                </a:solidFill>
                <a:latin typeface="Rajdhani"/>
                <a:ea typeface="Rajdhani"/>
              </a:rPr>
              <a:t>]</a:t>
            </a:r>
            <a:endParaRPr lang="en-US" sz="6000" b="0" strike="noStrike" spc="-1" dirty="0">
              <a:solidFill>
                <a:srgbClr val="000000"/>
              </a:solidFill>
              <a:latin typeface="Quicksand"/>
            </a:endParaRPr>
          </a:p>
        </p:txBody>
      </p:sp>
      <p:sp>
        <p:nvSpPr>
          <p:cNvPr id="149" name="TextBox 148"/>
          <p:cNvSpPr txBox="1"/>
          <p:nvPr/>
        </p:nvSpPr>
        <p:spPr>
          <a:xfrm>
            <a:off x="1066680" y="1144080"/>
            <a:ext cx="2140560" cy="532440"/>
          </a:xfrm>
          <a:prstGeom prst="rect">
            <a:avLst/>
          </a:prstGeom>
          <a:noFill/>
          <a:ln w="0">
            <a:noFill/>
          </a:ln>
        </p:spPr>
        <p:txBody>
          <a:bodyPr lIns="0" tIns="0" rIns="0" bIns="0" anchor="t">
            <a:noAutofit/>
          </a:bodyPr>
          <a:lstStyle/>
          <a:p>
            <a:r>
              <a:rPr lang="en-US" sz="3600" b="0" strike="noStrike" spc="-1" dirty="0">
                <a:solidFill>
                  <a:srgbClr val="FFFFFF"/>
                </a:solidFill>
                <a:latin typeface="Rajdhani"/>
                <a:ea typeface="Rajdhani"/>
              </a:rPr>
              <a:t>PROCESS</a:t>
            </a:r>
            <a:endParaRPr lang="en-US" sz="3600" b="0" strike="noStrike" spc="-1" dirty="0">
              <a:solidFill>
                <a:srgbClr val="000000"/>
              </a:solidFill>
              <a:latin typeface="Quicksand"/>
            </a:endParaRPr>
          </a:p>
        </p:txBody>
      </p:sp>
      <p:sp>
        <p:nvSpPr>
          <p:cNvPr id="150" name="TextBox 149"/>
          <p:cNvSpPr txBox="1"/>
          <p:nvPr/>
        </p:nvSpPr>
        <p:spPr>
          <a:xfrm>
            <a:off x="8828280" y="8951040"/>
            <a:ext cx="888480" cy="1033560"/>
          </a:xfrm>
          <a:prstGeom prst="rect">
            <a:avLst/>
          </a:prstGeom>
          <a:noFill/>
          <a:ln w="0">
            <a:noFill/>
          </a:ln>
        </p:spPr>
        <p:txBody>
          <a:bodyPr lIns="0" tIns="0" rIns="0" bIns="0" anchor="t">
            <a:noAutofit/>
          </a:bodyPr>
          <a:lstStyle/>
          <a:p>
            <a:r>
              <a:rPr lang="en-US" sz="7000" b="0" strike="noStrike" spc="-1">
                <a:solidFill>
                  <a:srgbClr val="FFCB0A"/>
                </a:solidFill>
                <a:latin typeface="Rajdhani"/>
                <a:ea typeface="Rajdhani"/>
              </a:rPr>
              <a:t>+</a:t>
            </a:r>
            <a:endParaRPr lang="en-US" sz="7000" b="0" strike="noStrike" spc="-1">
              <a:solidFill>
                <a:srgbClr val="000000"/>
              </a:solidFill>
              <a:latin typeface="Quicksand"/>
            </a:endParaRPr>
          </a:p>
        </p:txBody>
      </p:sp>
      <p:sp>
        <p:nvSpPr>
          <p:cNvPr id="151" name="Freeform: Shape 150"/>
          <p:cNvSpPr/>
          <p:nvPr/>
        </p:nvSpPr>
        <p:spPr>
          <a:xfrm>
            <a:off x="4001760" y="7590240"/>
            <a:ext cx="3883320" cy="3544920"/>
          </a:xfrm>
          <a:custGeom>
            <a:avLst/>
            <a:gdLst/>
            <a:ahLst/>
            <a:cxnLst/>
            <a:rect l="0" t="0" r="r" b="b"/>
            <a:pathLst>
              <a:path w="10787" h="9847">
                <a:moveTo>
                  <a:pt x="9098" y="9847"/>
                </a:moveTo>
                <a:lnTo>
                  <a:pt x="1689" y="9847"/>
                </a:lnTo>
                <a:cubicBezTo>
                  <a:pt x="758" y="9847"/>
                  <a:pt x="0" y="9089"/>
                  <a:pt x="0" y="8158"/>
                </a:cubicBezTo>
                <a:lnTo>
                  <a:pt x="0" y="1688"/>
                </a:lnTo>
                <a:cubicBezTo>
                  <a:pt x="0" y="757"/>
                  <a:pt x="758" y="0"/>
                  <a:pt x="1689" y="0"/>
                </a:cubicBezTo>
                <a:lnTo>
                  <a:pt x="9098" y="0"/>
                </a:lnTo>
                <a:cubicBezTo>
                  <a:pt x="10029" y="0"/>
                  <a:pt x="10787" y="757"/>
                  <a:pt x="10787" y="1688"/>
                </a:cubicBezTo>
                <a:lnTo>
                  <a:pt x="10787" y="8158"/>
                </a:lnTo>
                <a:cubicBezTo>
                  <a:pt x="10787" y="9089"/>
                  <a:pt x="10029" y="9847"/>
                  <a:pt x="9098" y="9847"/>
                </a:cubicBezTo>
                <a:moveTo>
                  <a:pt x="1689" y="142"/>
                </a:moveTo>
                <a:cubicBezTo>
                  <a:pt x="836" y="142"/>
                  <a:pt x="143" y="836"/>
                  <a:pt x="143" y="1688"/>
                </a:cubicBezTo>
                <a:lnTo>
                  <a:pt x="143" y="8158"/>
                </a:lnTo>
                <a:cubicBezTo>
                  <a:pt x="143" y="9011"/>
                  <a:pt x="836" y="9704"/>
                  <a:pt x="1689" y="9704"/>
                </a:cubicBezTo>
                <a:lnTo>
                  <a:pt x="9098" y="9704"/>
                </a:lnTo>
                <a:cubicBezTo>
                  <a:pt x="9951" y="9704"/>
                  <a:pt x="10644" y="9011"/>
                  <a:pt x="10644" y="8158"/>
                </a:cubicBezTo>
                <a:lnTo>
                  <a:pt x="10644" y="1688"/>
                </a:lnTo>
                <a:cubicBezTo>
                  <a:pt x="10644" y="836"/>
                  <a:pt x="9951" y="142"/>
                  <a:pt x="9098" y="142"/>
                </a:cubicBezTo>
                <a:lnTo>
                  <a:pt x="1689" y="142"/>
                </a:ln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52" name="Freeform: Shape 151"/>
          <p:cNvSpPr/>
          <p:nvPr/>
        </p:nvSpPr>
        <p:spPr>
          <a:xfrm>
            <a:off x="4027441" y="6120000"/>
            <a:ext cx="3831840" cy="923040"/>
          </a:xfrm>
          <a:custGeom>
            <a:avLst/>
            <a:gdLst/>
            <a:ahLst/>
            <a:cxnLst/>
            <a:rect l="0" t="0" r="r" b="b"/>
            <a:pathLst>
              <a:path w="10644" h="2564">
                <a:moveTo>
                  <a:pt x="0" y="1281"/>
                </a:moveTo>
                <a:cubicBezTo>
                  <a:pt x="0" y="574"/>
                  <a:pt x="573" y="0"/>
                  <a:pt x="1281" y="0"/>
                </a:cubicBezTo>
                <a:lnTo>
                  <a:pt x="9362" y="0"/>
                </a:lnTo>
                <a:cubicBezTo>
                  <a:pt x="10070" y="0"/>
                  <a:pt x="10644" y="574"/>
                  <a:pt x="10644" y="1281"/>
                </a:cubicBezTo>
                <a:cubicBezTo>
                  <a:pt x="10644" y="1989"/>
                  <a:pt x="10070" y="2564"/>
                  <a:pt x="9362" y="2564"/>
                </a:cubicBezTo>
                <a:lnTo>
                  <a:pt x="1281" y="2564"/>
                </a:lnTo>
                <a:cubicBezTo>
                  <a:pt x="573" y="2564"/>
                  <a:pt x="0" y="1989"/>
                  <a:pt x="0" y="1281"/>
                </a:cubicBez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53" name="TextBox 152"/>
          <p:cNvSpPr txBox="1"/>
          <p:nvPr/>
        </p:nvSpPr>
        <p:spPr>
          <a:xfrm>
            <a:off x="15073920" y="8951040"/>
            <a:ext cx="888480" cy="1033560"/>
          </a:xfrm>
          <a:prstGeom prst="rect">
            <a:avLst/>
          </a:prstGeom>
          <a:noFill/>
          <a:ln w="0">
            <a:noFill/>
          </a:ln>
        </p:spPr>
        <p:txBody>
          <a:bodyPr lIns="0" tIns="0" rIns="0" bIns="0" anchor="t">
            <a:noAutofit/>
          </a:bodyPr>
          <a:lstStyle/>
          <a:p>
            <a:r>
              <a:rPr lang="en-US" sz="7000" b="0" strike="noStrike" spc="-1">
                <a:solidFill>
                  <a:srgbClr val="FFCB0A"/>
                </a:solidFill>
                <a:latin typeface="Rajdhani"/>
                <a:ea typeface="Rajdhani"/>
              </a:rPr>
              <a:t>=</a:t>
            </a:r>
            <a:endParaRPr lang="en-US" sz="7000" b="0" strike="noStrike" spc="-1">
              <a:solidFill>
                <a:srgbClr val="000000"/>
              </a:solidFill>
              <a:latin typeface="Quicksand"/>
            </a:endParaRPr>
          </a:p>
        </p:txBody>
      </p:sp>
      <p:sp>
        <p:nvSpPr>
          <p:cNvPr id="154" name="TextBox 153"/>
          <p:cNvSpPr txBox="1"/>
          <p:nvPr/>
        </p:nvSpPr>
        <p:spPr>
          <a:xfrm>
            <a:off x="4302180" y="6359580"/>
            <a:ext cx="4230540" cy="443880"/>
          </a:xfrm>
          <a:prstGeom prst="rect">
            <a:avLst/>
          </a:prstGeom>
          <a:noFill/>
          <a:ln w="0">
            <a:noFill/>
          </a:ln>
        </p:spPr>
        <p:txBody>
          <a:bodyPr lIns="0" tIns="0" rIns="0" bIns="0" anchor="t">
            <a:noAutofit/>
          </a:bodyPr>
          <a:lstStyle/>
          <a:p>
            <a:r>
              <a:rPr lang="en-US" sz="2400" b="1" strike="noStrike" spc="-1" dirty="0">
                <a:solidFill>
                  <a:srgbClr val="212121"/>
                </a:solidFill>
                <a:latin typeface="Quicksand-Semi"/>
                <a:ea typeface="Quicksand-Semi"/>
              </a:rPr>
              <a:t>[COMPONENT 1 TITLE]</a:t>
            </a:r>
            <a:endParaRPr lang="en-US" sz="2400" b="0" strike="noStrike" spc="-1" dirty="0">
              <a:solidFill>
                <a:srgbClr val="000000"/>
              </a:solidFill>
              <a:latin typeface="Quicksand"/>
            </a:endParaRPr>
          </a:p>
        </p:txBody>
      </p:sp>
      <p:sp>
        <p:nvSpPr>
          <p:cNvPr id="159" name="Freeform: Shape 158"/>
          <p:cNvSpPr/>
          <p:nvPr/>
        </p:nvSpPr>
        <p:spPr>
          <a:xfrm>
            <a:off x="10247400" y="7590240"/>
            <a:ext cx="3882960" cy="3544920"/>
          </a:xfrm>
          <a:custGeom>
            <a:avLst/>
            <a:gdLst/>
            <a:ahLst/>
            <a:cxnLst/>
            <a:rect l="0" t="0" r="r" b="b"/>
            <a:pathLst>
              <a:path w="10786" h="9847">
                <a:moveTo>
                  <a:pt x="9097" y="9847"/>
                </a:moveTo>
                <a:lnTo>
                  <a:pt x="1688" y="9847"/>
                </a:lnTo>
                <a:cubicBezTo>
                  <a:pt x="757" y="9847"/>
                  <a:pt x="0" y="9089"/>
                  <a:pt x="0" y="8158"/>
                </a:cubicBezTo>
                <a:lnTo>
                  <a:pt x="0" y="1688"/>
                </a:lnTo>
                <a:cubicBezTo>
                  <a:pt x="0" y="757"/>
                  <a:pt x="757" y="0"/>
                  <a:pt x="1688" y="0"/>
                </a:cubicBezTo>
                <a:lnTo>
                  <a:pt x="9097" y="0"/>
                </a:lnTo>
                <a:cubicBezTo>
                  <a:pt x="10029" y="0"/>
                  <a:pt x="10786" y="757"/>
                  <a:pt x="10786" y="1688"/>
                </a:cubicBezTo>
                <a:lnTo>
                  <a:pt x="10786" y="8158"/>
                </a:lnTo>
                <a:cubicBezTo>
                  <a:pt x="10786" y="9089"/>
                  <a:pt x="10029" y="9847"/>
                  <a:pt x="9097" y="9847"/>
                </a:cubicBezTo>
                <a:moveTo>
                  <a:pt x="1688" y="142"/>
                </a:moveTo>
                <a:cubicBezTo>
                  <a:pt x="836" y="142"/>
                  <a:pt x="142" y="836"/>
                  <a:pt x="142" y="1688"/>
                </a:cubicBezTo>
                <a:lnTo>
                  <a:pt x="142" y="8158"/>
                </a:lnTo>
                <a:cubicBezTo>
                  <a:pt x="142" y="9011"/>
                  <a:pt x="836" y="9704"/>
                  <a:pt x="1688" y="9704"/>
                </a:cubicBezTo>
                <a:lnTo>
                  <a:pt x="9097" y="9704"/>
                </a:lnTo>
                <a:cubicBezTo>
                  <a:pt x="9950" y="9704"/>
                  <a:pt x="10644" y="9011"/>
                  <a:pt x="10644" y="8158"/>
                </a:cubicBezTo>
                <a:lnTo>
                  <a:pt x="10644" y="1688"/>
                </a:lnTo>
                <a:cubicBezTo>
                  <a:pt x="10644" y="836"/>
                  <a:pt x="9950" y="142"/>
                  <a:pt x="9097" y="142"/>
                </a:cubicBezTo>
                <a:lnTo>
                  <a:pt x="1688" y="142"/>
                </a:ln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60" name="Freeform: Shape 159"/>
          <p:cNvSpPr/>
          <p:nvPr/>
        </p:nvSpPr>
        <p:spPr>
          <a:xfrm>
            <a:off x="10272960" y="6120000"/>
            <a:ext cx="3831840" cy="923040"/>
          </a:xfrm>
          <a:custGeom>
            <a:avLst/>
            <a:gdLst/>
            <a:ahLst/>
            <a:cxnLst/>
            <a:rect l="0" t="0" r="r" b="b"/>
            <a:pathLst>
              <a:path w="10644" h="2564">
                <a:moveTo>
                  <a:pt x="0" y="1281"/>
                </a:moveTo>
                <a:cubicBezTo>
                  <a:pt x="0" y="574"/>
                  <a:pt x="574" y="0"/>
                  <a:pt x="1281" y="0"/>
                </a:cubicBezTo>
                <a:lnTo>
                  <a:pt x="9363" y="0"/>
                </a:lnTo>
                <a:cubicBezTo>
                  <a:pt x="10070" y="0"/>
                  <a:pt x="10644" y="574"/>
                  <a:pt x="10644" y="1281"/>
                </a:cubicBezTo>
                <a:cubicBezTo>
                  <a:pt x="10644" y="1989"/>
                  <a:pt x="10070" y="2564"/>
                  <a:pt x="9363" y="2564"/>
                </a:cubicBezTo>
                <a:lnTo>
                  <a:pt x="1281" y="2564"/>
                </a:lnTo>
                <a:cubicBezTo>
                  <a:pt x="574" y="2564"/>
                  <a:pt x="0" y="1989"/>
                  <a:pt x="0" y="1281"/>
                </a:cubicBez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61" name="TextBox 160"/>
          <p:cNvSpPr txBox="1"/>
          <p:nvPr/>
        </p:nvSpPr>
        <p:spPr>
          <a:xfrm>
            <a:off x="11245680" y="9146880"/>
            <a:ext cx="1679760" cy="1052880"/>
          </a:xfrm>
          <a:prstGeom prst="rect">
            <a:avLst/>
          </a:prstGeom>
          <a:noFill/>
          <a:ln w="0">
            <a:noFill/>
          </a:ln>
        </p:spPr>
        <p:txBody>
          <a:bodyPr lIns="0" tIns="0" rIns="0" bIns="0" anchor="t">
            <a:noAutofit/>
          </a:bodyPr>
          <a:lstStyle/>
          <a:p>
            <a:r>
              <a:rPr lang="en-US" sz="2000" b="0" strike="noStrike" spc="-1" dirty="0">
                <a:solidFill>
                  <a:srgbClr val="FFFFFF"/>
                </a:solidFill>
                <a:latin typeface="Quicksand"/>
                <a:ea typeface="Quicksand"/>
              </a:rPr>
              <a:t>INSERT TEXT</a:t>
            </a:r>
            <a:endParaRPr lang="en-US" sz="2000" b="0" strike="noStrike" spc="-1" dirty="0">
              <a:solidFill>
                <a:srgbClr val="000000"/>
              </a:solidFill>
              <a:latin typeface="Quicksand"/>
            </a:endParaRPr>
          </a:p>
        </p:txBody>
      </p:sp>
      <p:sp>
        <p:nvSpPr>
          <p:cNvPr id="162" name="TextBox 161"/>
          <p:cNvSpPr txBox="1"/>
          <p:nvPr/>
        </p:nvSpPr>
        <p:spPr>
          <a:xfrm>
            <a:off x="10717560" y="6382440"/>
            <a:ext cx="3519720" cy="443880"/>
          </a:xfrm>
          <a:prstGeom prst="rect">
            <a:avLst/>
          </a:prstGeom>
          <a:noFill/>
          <a:ln w="0">
            <a:noFill/>
          </a:ln>
        </p:spPr>
        <p:txBody>
          <a:bodyPr lIns="0" tIns="0" rIns="0" bIns="0" anchor="t">
            <a:noAutofit/>
          </a:bodyPr>
          <a:lstStyle/>
          <a:p>
            <a:r>
              <a:rPr lang="en-US" sz="2000" b="1" strike="noStrike" spc="-1" dirty="0">
                <a:solidFill>
                  <a:srgbClr val="212121"/>
                </a:solidFill>
                <a:latin typeface="Quicksand-Semi"/>
                <a:ea typeface="Quicksand-Semi"/>
              </a:rPr>
              <a:t>[COMPONENT 2 TITLE]</a:t>
            </a:r>
            <a:endParaRPr lang="en-US" sz="2000" b="0" strike="noStrike" spc="-1" dirty="0">
              <a:solidFill>
                <a:srgbClr val="000000"/>
              </a:solidFill>
              <a:latin typeface="Quicksand"/>
            </a:endParaRPr>
          </a:p>
        </p:txBody>
      </p:sp>
      <p:sp>
        <p:nvSpPr>
          <p:cNvPr id="167" name="Freeform: Shape 166"/>
          <p:cNvSpPr/>
          <p:nvPr/>
        </p:nvSpPr>
        <p:spPr>
          <a:xfrm>
            <a:off x="16499160" y="7590240"/>
            <a:ext cx="3882960" cy="3544920"/>
          </a:xfrm>
          <a:custGeom>
            <a:avLst/>
            <a:gdLst/>
            <a:ahLst/>
            <a:cxnLst/>
            <a:rect l="0" t="0" r="r" b="b"/>
            <a:pathLst>
              <a:path w="10786" h="9847">
                <a:moveTo>
                  <a:pt x="9097" y="9847"/>
                </a:moveTo>
                <a:lnTo>
                  <a:pt x="1688" y="9847"/>
                </a:lnTo>
                <a:cubicBezTo>
                  <a:pt x="757" y="9847"/>
                  <a:pt x="0" y="9089"/>
                  <a:pt x="0" y="8158"/>
                </a:cubicBezTo>
                <a:lnTo>
                  <a:pt x="0" y="1688"/>
                </a:lnTo>
                <a:cubicBezTo>
                  <a:pt x="0" y="757"/>
                  <a:pt x="757" y="0"/>
                  <a:pt x="1688" y="0"/>
                </a:cubicBezTo>
                <a:lnTo>
                  <a:pt x="9097" y="0"/>
                </a:lnTo>
                <a:cubicBezTo>
                  <a:pt x="10028" y="0"/>
                  <a:pt x="10786" y="757"/>
                  <a:pt x="10786" y="1688"/>
                </a:cubicBezTo>
                <a:lnTo>
                  <a:pt x="10786" y="8158"/>
                </a:lnTo>
                <a:cubicBezTo>
                  <a:pt x="10786" y="9089"/>
                  <a:pt x="10028" y="9847"/>
                  <a:pt x="9097" y="9847"/>
                </a:cubicBezTo>
                <a:moveTo>
                  <a:pt x="1688" y="142"/>
                </a:moveTo>
                <a:cubicBezTo>
                  <a:pt x="835" y="142"/>
                  <a:pt x="142" y="836"/>
                  <a:pt x="142" y="1688"/>
                </a:cubicBezTo>
                <a:lnTo>
                  <a:pt x="142" y="8158"/>
                </a:lnTo>
                <a:cubicBezTo>
                  <a:pt x="142" y="9011"/>
                  <a:pt x="835" y="9704"/>
                  <a:pt x="1688" y="9704"/>
                </a:cubicBezTo>
                <a:lnTo>
                  <a:pt x="9097" y="9704"/>
                </a:lnTo>
                <a:cubicBezTo>
                  <a:pt x="9950" y="9704"/>
                  <a:pt x="10643" y="9011"/>
                  <a:pt x="10643" y="8158"/>
                </a:cubicBezTo>
                <a:lnTo>
                  <a:pt x="10643" y="1688"/>
                </a:lnTo>
                <a:cubicBezTo>
                  <a:pt x="10643" y="836"/>
                  <a:pt x="9950" y="142"/>
                  <a:pt x="9097" y="142"/>
                </a:cubicBezTo>
                <a:lnTo>
                  <a:pt x="1688" y="142"/>
                </a:ln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68" name="Freeform: Shape 167"/>
          <p:cNvSpPr/>
          <p:nvPr/>
        </p:nvSpPr>
        <p:spPr>
          <a:xfrm>
            <a:off x="16524720" y="6120000"/>
            <a:ext cx="3831840" cy="923040"/>
          </a:xfrm>
          <a:custGeom>
            <a:avLst/>
            <a:gdLst/>
            <a:ahLst/>
            <a:cxnLst/>
            <a:rect l="0" t="0" r="r" b="b"/>
            <a:pathLst>
              <a:path w="10644" h="2564">
                <a:moveTo>
                  <a:pt x="0" y="1281"/>
                </a:moveTo>
                <a:cubicBezTo>
                  <a:pt x="0" y="574"/>
                  <a:pt x="573" y="0"/>
                  <a:pt x="1281" y="0"/>
                </a:cubicBezTo>
                <a:lnTo>
                  <a:pt x="9362" y="0"/>
                </a:lnTo>
                <a:cubicBezTo>
                  <a:pt x="10070" y="0"/>
                  <a:pt x="10644" y="574"/>
                  <a:pt x="10644" y="1281"/>
                </a:cubicBezTo>
                <a:cubicBezTo>
                  <a:pt x="10644" y="1989"/>
                  <a:pt x="10070" y="2564"/>
                  <a:pt x="9362" y="2564"/>
                </a:cubicBezTo>
                <a:lnTo>
                  <a:pt x="1281" y="2564"/>
                </a:lnTo>
                <a:cubicBezTo>
                  <a:pt x="573" y="2564"/>
                  <a:pt x="0" y="1989"/>
                  <a:pt x="0" y="1281"/>
                </a:cubicBez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70" name="TextBox 169"/>
          <p:cNvSpPr txBox="1"/>
          <p:nvPr/>
        </p:nvSpPr>
        <p:spPr>
          <a:xfrm>
            <a:off x="17107140" y="6392880"/>
            <a:ext cx="2974680" cy="443880"/>
          </a:xfrm>
          <a:prstGeom prst="rect">
            <a:avLst/>
          </a:prstGeom>
          <a:noFill/>
          <a:ln w="0">
            <a:noFill/>
          </a:ln>
        </p:spPr>
        <p:txBody>
          <a:bodyPr lIns="0" tIns="0" rIns="0" bIns="0" anchor="t">
            <a:noAutofit/>
          </a:bodyPr>
          <a:lstStyle/>
          <a:p>
            <a:r>
              <a:rPr lang="en-US" sz="2000" b="1" strike="noStrike" spc="-1" dirty="0">
                <a:solidFill>
                  <a:srgbClr val="212121"/>
                </a:solidFill>
                <a:latin typeface="Quicksand-Semi"/>
                <a:ea typeface="Quicksand-Semi"/>
              </a:rPr>
              <a:t>[COMPONENT 3 TITLE]</a:t>
            </a:r>
            <a:endParaRPr lang="en-US" sz="2000" b="0" strike="noStrike" spc="-1" dirty="0">
              <a:solidFill>
                <a:srgbClr val="000000"/>
              </a:solidFill>
              <a:latin typeface="Quicksand"/>
            </a:endParaRPr>
          </a:p>
        </p:txBody>
      </p:sp>
      <p:sp>
        <p:nvSpPr>
          <p:cNvPr id="173" name="TextBox 172"/>
          <p:cNvSpPr txBox="1"/>
          <p:nvPr/>
        </p:nvSpPr>
        <p:spPr>
          <a:xfrm>
            <a:off x="17559000" y="9085180"/>
            <a:ext cx="2145960" cy="384480"/>
          </a:xfrm>
          <a:prstGeom prst="rect">
            <a:avLst/>
          </a:prstGeom>
          <a:noFill/>
          <a:ln w="0">
            <a:noFill/>
          </a:ln>
        </p:spPr>
        <p:txBody>
          <a:bodyPr lIns="0" tIns="0" rIns="0" bIns="0" anchor="t">
            <a:noAutofit/>
          </a:bodyPr>
          <a:lstStyle/>
          <a:p>
            <a:r>
              <a:rPr lang="en-US" sz="2600" b="1" strike="noStrike" spc="-1" dirty="0">
                <a:solidFill>
                  <a:srgbClr val="FFFFFF"/>
                </a:solidFill>
                <a:latin typeface="Quicksand-Semi"/>
                <a:ea typeface="Quicksand-Semi"/>
              </a:rPr>
              <a:t>INSERT TEXT</a:t>
            </a:r>
            <a:endParaRPr lang="en-US" sz="2600" b="0" strike="noStrike" spc="-1" dirty="0">
              <a:solidFill>
                <a:srgbClr val="000000"/>
              </a:solidFill>
              <a:latin typeface="Quicksand"/>
            </a:endParaRPr>
          </a:p>
        </p:txBody>
      </p:sp>
      <p:sp>
        <p:nvSpPr>
          <p:cNvPr id="2" name="TextBox 1">
            <a:extLst>
              <a:ext uri="{FF2B5EF4-FFF2-40B4-BE49-F238E27FC236}">
                <a16:creationId xmlns:a16="http://schemas.microsoft.com/office/drawing/2014/main" id="{886EB4B4-A9AC-4295-109D-EFEE4D584FCD}"/>
              </a:ext>
            </a:extLst>
          </p:cNvPr>
          <p:cNvSpPr txBox="1"/>
          <p:nvPr/>
        </p:nvSpPr>
        <p:spPr>
          <a:xfrm>
            <a:off x="5083680" y="9085180"/>
            <a:ext cx="1679760" cy="1052880"/>
          </a:xfrm>
          <a:prstGeom prst="rect">
            <a:avLst/>
          </a:prstGeom>
          <a:noFill/>
          <a:ln w="0">
            <a:noFill/>
          </a:ln>
        </p:spPr>
        <p:txBody>
          <a:bodyPr lIns="0" tIns="0" rIns="0" bIns="0" anchor="t">
            <a:noAutofit/>
          </a:bodyPr>
          <a:lstStyle/>
          <a:p>
            <a:r>
              <a:rPr lang="en-US" sz="2000" b="0" strike="noStrike" spc="-1" dirty="0">
                <a:solidFill>
                  <a:srgbClr val="FFFFFF"/>
                </a:solidFill>
                <a:latin typeface="Quicksand"/>
                <a:ea typeface="Quicksand"/>
              </a:rPr>
              <a:t>INSERT TEXT</a:t>
            </a:r>
            <a:endParaRPr lang="en-US" sz="2000" b="0" strike="noStrike" spc="-1" dirty="0">
              <a:solidFill>
                <a:srgbClr val="000000"/>
              </a:solidFill>
              <a:latin typeface="Quicksan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52525"/>
        </a:solidFill>
        <a:effectLst/>
      </p:bgPr>
    </p:bg>
    <p:spTree>
      <p:nvGrpSpPr>
        <p:cNvPr id="1" name=""/>
        <p:cNvGrpSpPr/>
        <p:nvPr/>
      </p:nvGrpSpPr>
      <p:grpSpPr>
        <a:xfrm>
          <a:off x="0" y="0"/>
          <a:ext cx="0" cy="0"/>
          <a:chOff x="0" y="0"/>
          <a:chExt cx="0" cy="0"/>
        </a:xfrm>
      </p:grpSpPr>
      <p:pic>
        <p:nvPicPr>
          <p:cNvPr id="176" name="Picture 175"/>
          <p:cNvPicPr/>
          <p:nvPr/>
        </p:nvPicPr>
        <p:blipFill>
          <a:blip r:embed="rId2"/>
          <a:stretch/>
        </p:blipFill>
        <p:spPr>
          <a:xfrm>
            <a:off x="22145400" y="915120"/>
            <a:ext cx="1171440" cy="1181880"/>
          </a:xfrm>
          <a:prstGeom prst="rect">
            <a:avLst/>
          </a:prstGeom>
          <a:ln w="0">
            <a:noFill/>
          </a:ln>
        </p:spPr>
      </p:pic>
      <p:sp>
        <p:nvSpPr>
          <p:cNvPr id="177" name="TextBox 176"/>
          <p:cNvSpPr txBox="1"/>
          <p:nvPr/>
        </p:nvSpPr>
        <p:spPr>
          <a:xfrm>
            <a:off x="8974800" y="1580040"/>
            <a:ext cx="15950880" cy="887400"/>
          </a:xfrm>
          <a:prstGeom prst="rect">
            <a:avLst/>
          </a:prstGeom>
          <a:noFill/>
          <a:ln w="0">
            <a:noFill/>
          </a:ln>
        </p:spPr>
        <p:txBody>
          <a:bodyPr lIns="0" tIns="0" rIns="0" bIns="0" anchor="t">
            <a:noAutofit/>
          </a:bodyPr>
          <a:lstStyle/>
          <a:p>
            <a:r>
              <a:rPr lang="en-US" sz="6000" b="0" strike="noStrike" spc="-1" dirty="0">
                <a:solidFill>
                  <a:srgbClr val="FFFFFF"/>
                </a:solidFill>
                <a:latin typeface="Rajdhani"/>
                <a:ea typeface="Rajdhani"/>
              </a:rPr>
              <a:t>[SECTION TITLE]</a:t>
            </a:r>
            <a:endParaRPr lang="en-US" sz="6000" b="0" strike="noStrike" spc="-1" dirty="0">
              <a:solidFill>
                <a:srgbClr val="000000"/>
              </a:solidFill>
              <a:latin typeface="Quicksand"/>
            </a:endParaRPr>
          </a:p>
        </p:txBody>
      </p:sp>
      <p:sp>
        <p:nvSpPr>
          <p:cNvPr id="178" name="TextBox 177"/>
          <p:cNvSpPr txBox="1"/>
          <p:nvPr/>
        </p:nvSpPr>
        <p:spPr>
          <a:xfrm>
            <a:off x="1066680" y="1144080"/>
            <a:ext cx="2140560" cy="532440"/>
          </a:xfrm>
          <a:prstGeom prst="rect">
            <a:avLst/>
          </a:prstGeom>
          <a:noFill/>
          <a:ln w="0">
            <a:noFill/>
          </a:ln>
        </p:spPr>
        <p:txBody>
          <a:bodyPr lIns="0" tIns="0" rIns="0" bIns="0" anchor="t">
            <a:noAutofit/>
          </a:bodyPr>
          <a:lstStyle/>
          <a:p>
            <a:r>
              <a:rPr lang="en-US" sz="3600" b="0" strike="noStrike" spc="-1" dirty="0">
                <a:solidFill>
                  <a:srgbClr val="FFFFFF"/>
                </a:solidFill>
                <a:latin typeface="Rajdhani"/>
                <a:ea typeface="Rajdhani"/>
              </a:rPr>
              <a:t>PROCESS</a:t>
            </a:r>
            <a:endParaRPr lang="en-US" sz="3600" b="0" strike="noStrike" spc="-1" dirty="0">
              <a:solidFill>
                <a:srgbClr val="000000"/>
              </a:solidFill>
              <a:latin typeface="Quicksand"/>
            </a:endParaRPr>
          </a:p>
        </p:txBody>
      </p:sp>
      <p:sp>
        <p:nvSpPr>
          <p:cNvPr id="179" name="TextBox 178"/>
          <p:cNvSpPr txBox="1"/>
          <p:nvPr/>
        </p:nvSpPr>
        <p:spPr>
          <a:xfrm>
            <a:off x="6260400" y="8951040"/>
            <a:ext cx="888480" cy="1033560"/>
          </a:xfrm>
          <a:prstGeom prst="rect">
            <a:avLst/>
          </a:prstGeom>
          <a:noFill/>
          <a:ln w="0">
            <a:noFill/>
          </a:ln>
        </p:spPr>
        <p:txBody>
          <a:bodyPr lIns="0" tIns="0" rIns="0" bIns="0" anchor="t">
            <a:noAutofit/>
          </a:bodyPr>
          <a:lstStyle/>
          <a:p>
            <a:r>
              <a:rPr lang="en-US" sz="7000" b="0" strike="noStrike" spc="-1">
                <a:solidFill>
                  <a:srgbClr val="FFCB0A"/>
                </a:solidFill>
                <a:latin typeface="Rajdhani"/>
                <a:ea typeface="Rajdhani"/>
              </a:rPr>
              <a:t>+</a:t>
            </a:r>
            <a:endParaRPr lang="en-US" sz="7000" b="0" strike="noStrike" spc="-1">
              <a:solidFill>
                <a:srgbClr val="000000"/>
              </a:solidFill>
              <a:latin typeface="Quicksand"/>
            </a:endParaRPr>
          </a:p>
        </p:txBody>
      </p:sp>
      <p:sp>
        <p:nvSpPr>
          <p:cNvPr id="180" name="TextBox 179"/>
          <p:cNvSpPr txBox="1"/>
          <p:nvPr/>
        </p:nvSpPr>
        <p:spPr>
          <a:xfrm>
            <a:off x="11950920" y="8951040"/>
            <a:ext cx="888480" cy="1033560"/>
          </a:xfrm>
          <a:prstGeom prst="rect">
            <a:avLst/>
          </a:prstGeom>
          <a:noFill/>
          <a:ln w="0">
            <a:noFill/>
          </a:ln>
        </p:spPr>
        <p:txBody>
          <a:bodyPr lIns="0" tIns="0" rIns="0" bIns="0" anchor="t">
            <a:noAutofit/>
          </a:bodyPr>
          <a:lstStyle/>
          <a:p>
            <a:r>
              <a:rPr lang="en-US" sz="7000" b="0" strike="noStrike" spc="-1">
                <a:solidFill>
                  <a:srgbClr val="FFCB0A"/>
                </a:solidFill>
                <a:latin typeface="Rajdhani"/>
                <a:ea typeface="Rajdhani"/>
              </a:rPr>
              <a:t>+</a:t>
            </a:r>
            <a:endParaRPr lang="en-US" sz="7000" b="0" strike="noStrike" spc="-1">
              <a:solidFill>
                <a:srgbClr val="000000"/>
              </a:solidFill>
              <a:latin typeface="Quicksand"/>
            </a:endParaRPr>
          </a:p>
        </p:txBody>
      </p:sp>
      <p:sp>
        <p:nvSpPr>
          <p:cNvPr id="181" name="Freeform: Shape 180"/>
          <p:cNvSpPr/>
          <p:nvPr/>
        </p:nvSpPr>
        <p:spPr>
          <a:xfrm>
            <a:off x="1711440" y="7590240"/>
            <a:ext cx="3882960" cy="3544920"/>
          </a:xfrm>
          <a:custGeom>
            <a:avLst/>
            <a:gdLst/>
            <a:ahLst/>
            <a:cxnLst/>
            <a:rect l="0" t="0" r="r" b="b"/>
            <a:pathLst>
              <a:path w="10786" h="9847">
                <a:moveTo>
                  <a:pt x="9098" y="9847"/>
                </a:moveTo>
                <a:lnTo>
                  <a:pt x="1689" y="9847"/>
                </a:lnTo>
                <a:cubicBezTo>
                  <a:pt x="758" y="9847"/>
                  <a:pt x="0" y="9089"/>
                  <a:pt x="0" y="8158"/>
                </a:cubicBezTo>
                <a:lnTo>
                  <a:pt x="0" y="1688"/>
                </a:lnTo>
                <a:cubicBezTo>
                  <a:pt x="0" y="757"/>
                  <a:pt x="758" y="0"/>
                  <a:pt x="1689" y="0"/>
                </a:cubicBezTo>
                <a:lnTo>
                  <a:pt x="9098" y="0"/>
                </a:lnTo>
                <a:cubicBezTo>
                  <a:pt x="10029" y="0"/>
                  <a:pt x="10786" y="757"/>
                  <a:pt x="10786" y="1688"/>
                </a:cubicBezTo>
                <a:lnTo>
                  <a:pt x="10786" y="8158"/>
                </a:lnTo>
                <a:cubicBezTo>
                  <a:pt x="10786" y="9089"/>
                  <a:pt x="10029" y="9847"/>
                  <a:pt x="9098" y="9847"/>
                </a:cubicBezTo>
                <a:moveTo>
                  <a:pt x="1689" y="142"/>
                </a:moveTo>
                <a:cubicBezTo>
                  <a:pt x="837" y="142"/>
                  <a:pt x="142" y="836"/>
                  <a:pt x="142" y="1688"/>
                </a:cubicBezTo>
                <a:lnTo>
                  <a:pt x="142" y="8158"/>
                </a:lnTo>
                <a:cubicBezTo>
                  <a:pt x="142" y="9011"/>
                  <a:pt x="837" y="9704"/>
                  <a:pt x="1689" y="9704"/>
                </a:cubicBezTo>
                <a:lnTo>
                  <a:pt x="9098" y="9704"/>
                </a:lnTo>
                <a:cubicBezTo>
                  <a:pt x="9950" y="9704"/>
                  <a:pt x="10644" y="9011"/>
                  <a:pt x="10644" y="8158"/>
                </a:cubicBezTo>
                <a:lnTo>
                  <a:pt x="10644" y="1688"/>
                </a:lnTo>
                <a:cubicBezTo>
                  <a:pt x="10644" y="836"/>
                  <a:pt x="9950" y="142"/>
                  <a:pt x="9098" y="142"/>
                </a:cubicBezTo>
                <a:lnTo>
                  <a:pt x="1689" y="142"/>
                </a:lnTo>
                <a:close/>
              </a:path>
            </a:pathLst>
          </a:custGeom>
          <a:solidFill>
            <a:srgbClr val="D5D5D2"/>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82" name="Freeform: Shape 181"/>
          <p:cNvSpPr/>
          <p:nvPr/>
        </p:nvSpPr>
        <p:spPr>
          <a:xfrm>
            <a:off x="1737000" y="6120000"/>
            <a:ext cx="3831840" cy="923040"/>
          </a:xfrm>
          <a:custGeom>
            <a:avLst/>
            <a:gdLst/>
            <a:ahLst/>
            <a:cxnLst/>
            <a:rect l="0" t="0" r="r" b="b"/>
            <a:pathLst>
              <a:path w="10644" h="2564">
                <a:moveTo>
                  <a:pt x="0" y="1281"/>
                </a:moveTo>
                <a:cubicBezTo>
                  <a:pt x="0" y="574"/>
                  <a:pt x="575" y="0"/>
                  <a:pt x="1282" y="0"/>
                </a:cubicBezTo>
                <a:lnTo>
                  <a:pt x="9363" y="0"/>
                </a:lnTo>
                <a:cubicBezTo>
                  <a:pt x="10071" y="0"/>
                  <a:pt x="10644" y="574"/>
                  <a:pt x="10644" y="1281"/>
                </a:cubicBezTo>
                <a:cubicBezTo>
                  <a:pt x="10644" y="1989"/>
                  <a:pt x="10071" y="2564"/>
                  <a:pt x="9363" y="2564"/>
                </a:cubicBezTo>
                <a:lnTo>
                  <a:pt x="1282" y="2564"/>
                </a:lnTo>
                <a:cubicBezTo>
                  <a:pt x="575" y="2564"/>
                  <a:pt x="0" y="1989"/>
                  <a:pt x="0" y="1281"/>
                </a:cubicBezTo>
                <a:close/>
              </a:path>
            </a:pathLst>
          </a:custGeom>
          <a:solidFill>
            <a:srgbClr val="D5D5D2"/>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83" name="TextBox 182"/>
          <p:cNvSpPr txBox="1"/>
          <p:nvPr/>
        </p:nvSpPr>
        <p:spPr>
          <a:xfrm>
            <a:off x="17641800" y="8951040"/>
            <a:ext cx="888480" cy="1033560"/>
          </a:xfrm>
          <a:prstGeom prst="rect">
            <a:avLst/>
          </a:prstGeom>
          <a:noFill/>
          <a:ln w="0">
            <a:noFill/>
          </a:ln>
        </p:spPr>
        <p:txBody>
          <a:bodyPr lIns="0" tIns="0" rIns="0" bIns="0" anchor="t">
            <a:noAutofit/>
          </a:bodyPr>
          <a:lstStyle/>
          <a:p>
            <a:r>
              <a:rPr lang="en-US" sz="7000" b="0" strike="noStrike" spc="-1">
                <a:solidFill>
                  <a:srgbClr val="FFCB0A"/>
                </a:solidFill>
                <a:latin typeface="Rajdhani"/>
                <a:ea typeface="Rajdhani"/>
              </a:rPr>
              <a:t>=</a:t>
            </a:r>
            <a:endParaRPr lang="en-US" sz="7000" b="0" strike="noStrike" spc="-1">
              <a:solidFill>
                <a:srgbClr val="000000"/>
              </a:solidFill>
              <a:latin typeface="Quicksand"/>
            </a:endParaRPr>
          </a:p>
        </p:txBody>
      </p:sp>
      <p:sp>
        <p:nvSpPr>
          <p:cNvPr id="184" name="TextBox 183"/>
          <p:cNvSpPr txBox="1"/>
          <p:nvPr/>
        </p:nvSpPr>
        <p:spPr>
          <a:xfrm>
            <a:off x="2281415" y="6382400"/>
            <a:ext cx="2743010" cy="443880"/>
          </a:xfrm>
          <a:prstGeom prst="rect">
            <a:avLst/>
          </a:prstGeom>
          <a:noFill/>
          <a:ln w="0">
            <a:noFill/>
          </a:ln>
        </p:spPr>
        <p:txBody>
          <a:bodyPr lIns="0" tIns="0" rIns="0" bIns="0" anchor="t">
            <a:noAutofit/>
          </a:bodyPr>
          <a:lstStyle/>
          <a:p>
            <a:r>
              <a:rPr lang="en-US" b="1" spc="-1" dirty="0">
                <a:solidFill>
                  <a:srgbClr val="212121"/>
                </a:solidFill>
                <a:latin typeface="Quicksand-Semi"/>
                <a:ea typeface="Quicksand-Semi"/>
              </a:rPr>
              <a:t>[COMPONENT 1 TITLE]</a:t>
            </a:r>
            <a:endParaRPr lang="en-US" spc="-1" dirty="0">
              <a:solidFill>
                <a:srgbClr val="000000"/>
              </a:solidFill>
              <a:latin typeface="Quicksand"/>
            </a:endParaRPr>
          </a:p>
        </p:txBody>
      </p:sp>
      <p:sp>
        <p:nvSpPr>
          <p:cNvPr id="185" name="TextBox 184"/>
          <p:cNvSpPr txBox="1"/>
          <p:nvPr/>
        </p:nvSpPr>
        <p:spPr>
          <a:xfrm>
            <a:off x="2366280" y="8433720"/>
            <a:ext cx="2818440" cy="384480"/>
          </a:xfrm>
          <a:prstGeom prst="rect">
            <a:avLst/>
          </a:prstGeom>
          <a:noFill/>
          <a:ln w="0">
            <a:noFill/>
          </a:ln>
        </p:spPr>
        <p:txBody>
          <a:bodyPr lIns="0" tIns="0" rIns="0" bIns="0" anchor="t">
            <a:noAutofit/>
          </a:bodyPr>
          <a:lstStyle/>
          <a:p>
            <a:endParaRPr lang="en-US" sz="2600" b="0" strike="noStrike" spc="-1" dirty="0">
              <a:solidFill>
                <a:srgbClr val="000000"/>
              </a:solidFill>
              <a:latin typeface="Quicksand"/>
            </a:endParaRPr>
          </a:p>
        </p:txBody>
      </p:sp>
      <p:sp>
        <p:nvSpPr>
          <p:cNvPr id="186" name="TextBox 185"/>
          <p:cNvSpPr txBox="1"/>
          <p:nvPr/>
        </p:nvSpPr>
        <p:spPr>
          <a:xfrm>
            <a:off x="2910960" y="8827560"/>
            <a:ext cx="1646640" cy="384480"/>
          </a:xfrm>
          <a:prstGeom prst="rect">
            <a:avLst/>
          </a:prstGeom>
          <a:noFill/>
          <a:ln w="0">
            <a:noFill/>
          </a:ln>
        </p:spPr>
        <p:txBody>
          <a:bodyPr lIns="0" tIns="0" rIns="0" bIns="0" anchor="t">
            <a:noAutofit/>
          </a:bodyPr>
          <a:lstStyle/>
          <a:p>
            <a:endParaRPr lang="en-US" sz="2600" b="0" strike="noStrike" spc="-1" dirty="0">
              <a:solidFill>
                <a:srgbClr val="000000"/>
              </a:solidFill>
              <a:latin typeface="Quicksand"/>
            </a:endParaRPr>
          </a:p>
        </p:txBody>
      </p:sp>
      <p:sp>
        <p:nvSpPr>
          <p:cNvPr id="188" name="Freeform: Shape 187"/>
          <p:cNvSpPr/>
          <p:nvPr/>
        </p:nvSpPr>
        <p:spPr>
          <a:xfrm>
            <a:off x="7401960" y="7590240"/>
            <a:ext cx="3883320" cy="3544920"/>
          </a:xfrm>
          <a:custGeom>
            <a:avLst/>
            <a:gdLst/>
            <a:ahLst/>
            <a:cxnLst/>
            <a:rect l="0" t="0" r="r" b="b"/>
            <a:pathLst>
              <a:path w="10787" h="9847">
                <a:moveTo>
                  <a:pt x="9098" y="9847"/>
                </a:moveTo>
                <a:lnTo>
                  <a:pt x="1689" y="9847"/>
                </a:lnTo>
                <a:cubicBezTo>
                  <a:pt x="758" y="9847"/>
                  <a:pt x="0" y="9089"/>
                  <a:pt x="0" y="8158"/>
                </a:cubicBezTo>
                <a:lnTo>
                  <a:pt x="0" y="1688"/>
                </a:lnTo>
                <a:cubicBezTo>
                  <a:pt x="0" y="757"/>
                  <a:pt x="758" y="0"/>
                  <a:pt x="1689" y="0"/>
                </a:cubicBezTo>
                <a:lnTo>
                  <a:pt x="9098" y="0"/>
                </a:lnTo>
                <a:cubicBezTo>
                  <a:pt x="10029" y="0"/>
                  <a:pt x="10787" y="757"/>
                  <a:pt x="10787" y="1688"/>
                </a:cubicBezTo>
                <a:lnTo>
                  <a:pt x="10787" y="8158"/>
                </a:lnTo>
                <a:cubicBezTo>
                  <a:pt x="10787" y="9089"/>
                  <a:pt x="10029" y="9847"/>
                  <a:pt x="9098" y="9847"/>
                </a:cubicBezTo>
                <a:moveTo>
                  <a:pt x="1689" y="142"/>
                </a:moveTo>
                <a:cubicBezTo>
                  <a:pt x="836" y="142"/>
                  <a:pt x="143" y="836"/>
                  <a:pt x="143" y="1688"/>
                </a:cubicBezTo>
                <a:lnTo>
                  <a:pt x="143" y="8158"/>
                </a:lnTo>
                <a:cubicBezTo>
                  <a:pt x="143" y="9011"/>
                  <a:pt x="836" y="9704"/>
                  <a:pt x="1689" y="9704"/>
                </a:cubicBezTo>
                <a:lnTo>
                  <a:pt x="9098" y="9704"/>
                </a:lnTo>
                <a:cubicBezTo>
                  <a:pt x="9951" y="9704"/>
                  <a:pt x="10644" y="9011"/>
                  <a:pt x="10644" y="8158"/>
                </a:cubicBezTo>
                <a:lnTo>
                  <a:pt x="10644" y="1688"/>
                </a:lnTo>
                <a:cubicBezTo>
                  <a:pt x="10644" y="836"/>
                  <a:pt x="9951" y="142"/>
                  <a:pt x="9098" y="142"/>
                </a:cubicBezTo>
                <a:lnTo>
                  <a:pt x="1689" y="142"/>
                </a:lnTo>
                <a:close/>
              </a:path>
            </a:pathLst>
          </a:custGeom>
          <a:solidFill>
            <a:srgbClr val="D5D5D2"/>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89" name="Freeform: Shape 188"/>
          <p:cNvSpPr/>
          <p:nvPr/>
        </p:nvSpPr>
        <p:spPr>
          <a:xfrm>
            <a:off x="7427520" y="6120000"/>
            <a:ext cx="3831840" cy="923040"/>
          </a:xfrm>
          <a:custGeom>
            <a:avLst/>
            <a:gdLst/>
            <a:ahLst/>
            <a:cxnLst/>
            <a:rect l="0" t="0" r="r" b="b"/>
            <a:pathLst>
              <a:path w="10644" h="2564">
                <a:moveTo>
                  <a:pt x="0" y="1281"/>
                </a:moveTo>
                <a:cubicBezTo>
                  <a:pt x="0" y="574"/>
                  <a:pt x="574" y="0"/>
                  <a:pt x="1282" y="0"/>
                </a:cubicBezTo>
                <a:lnTo>
                  <a:pt x="9363" y="0"/>
                </a:lnTo>
                <a:cubicBezTo>
                  <a:pt x="10071" y="0"/>
                  <a:pt x="10644" y="574"/>
                  <a:pt x="10644" y="1281"/>
                </a:cubicBezTo>
                <a:cubicBezTo>
                  <a:pt x="10644" y="1989"/>
                  <a:pt x="10071" y="2564"/>
                  <a:pt x="9363" y="2564"/>
                </a:cubicBezTo>
                <a:lnTo>
                  <a:pt x="1282" y="2564"/>
                </a:lnTo>
                <a:cubicBezTo>
                  <a:pt x="574" y="2564"/>
                  <a:pt x="0" y="1989"/>
                  <a:pt x="0" y="1281"/>
                </a:cubicBezTo>
                <a:close/>
              </a:path>
            </a:pathLst>
          </a:custGeom>
          <a:solidFill>
            <a:srgbClr val="D5D5D2"/>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91" name="TextBox 190"/>
          <p:cNvSpPr txBox="1"/>
          <p:nvPr/>
        </p:nvSpPr>
        <p:spPr>
          <a:xfrm>
            <a:off x="8686080" y="6373440"/>
            <a:ext cx="1572120" cy="443880"/>
          </a:xfrm>
          <a:prstGeom prst="rect">
            <a:avLst/>
          </a:prstGeom>
          <a:noFill/>
          <a:ln w="0">
            <a:noFill/>
          </a:ln>
        </p:spPr>
        <p:txBody>
          <a:bodyPr lIns="0" tIns="0" rIns="0" bIns="0" anchor="t">
            <a:noAutofit/>
          </a:bodyPr>
          <a:lstStyle/>
          <a:p>
            <a:endParaRPr lang="en-US" sz="3000" b="0" strike="noStrike" spc="-1" dirty="0">
              <a:solidFill>
                <a:srgbClr val="000000"/>
              </a:solidFill>
              <a:latin typeface="Quicksand"/>
            </a:endParaRPr>
          </a:p>
        </p:txBody>
      </p:sp>
      <p:sp>
        <p:nvSpPr>
          <p:cNvPr id="192" name="TextBox 191"/>
          <p:cNvSpPr txBox="1"/>
          <p:nvPr/>
        </p:nvSpPr>
        <p:spPr>
          <a:xfrm>
            <a:off x="8256600" y="8433720"/>
            <a:ext cx="2454480" cy="384480"/>
          </a:xfrm>
          <a:prstGeom prst="rect">
            <a:avLst/>
          </a:prstGeom>
          <a:noFill/>
          <a:ln w="0">
            <a:noFill/>
          </a:ln>
        </p:spPr>
        <p:txBody>
          <a:bodyPr lIns="0" tIns="0" rIns="0" bIns="0" anchor="t">
            <a:noAutofit/>
          </a:bodyPr>
          <a:lstStyle/>
          <a:p>
            <a:endParaRPr lang="en-US" sz="2600" b="0" strike="noStrike" spc="-1" dirty="0">
              <a:solidFill>
                <a:srgbClr val="000000"/>
              </a:solidFill>
              <a:latin typeface="Quicksand"/>
            </a:endParaRPr>
          </a:p>
        </p:txBody>
      </p:sp>
      <p:sp>
        <p:nvSpPr>
          <p:cNvPr id="193" name="TextBox 192"/>
          <p:cNvSpPr txBox="1"/>
          <p:nvPr/>
        </p:nvSpPr>
        <p:spPr>
          <a:xfrm>
            <a:off x="8605780" y="8757210"/>
            <a:ext cx="1646640" cy="384480"/>
          </a:xfrm>
          <a:prstGeom prst="rect">
            <a:avLst/>
          </a:prstGeom>
          <a:noFill/>
          <a:ln w="0">
            <a:noFill/>
          </a:ln>
        </p:spPr>
        <p:txBody>
          <a:bodyPr lIns="0" tIns="0" rIns="0" bIns="0" anchor="t">
            <a:noAutofit/>
          </a:bodyPr>
          <a:lstStyle/>
          <a:p>
            <a:endParaRPr lang="en-US" sz="2600" b="0" strike="noStrike" spc="-1" dirty="0">
              <a:solidFill>
                <a:srgbClr val="000000"/>
              </a:solidFill>
              <a:latin typeface="Quicksand"/>
            </a:endParaRPr>
          </a:p>
        </p:txBody>
      </p:sp>
      <p:sp>
        <p:nvSpPr>
          <p:cNvPr id="194" name="TextBox 193"/>
          <p:cNvSpPr txBox="1"/>
          <p:nvPr/>
        </p:nvSpPr>
        <p:spPr>
          <a:xfrm>
            <a:off x="8297280" y="9614880"/>
            <a:ext cx="2635560" cy="384480"/>
          </a:xfrm>
          <a:prstGeom prst="rect">
            <a:avLst/>
          </a:prstGeom>
          <a:noFill/>
          <a:ln w="0">
            <a:noFill/>
          </a:ln>
        </p:spPr>
        <p:txBody>
          <a:bodyPr lIns="0" tIns="0" rIns="0" bIns="0" anchor="t">
            <a:noAutofit/>
          </a:bodyPr>
          <a:lstStyle/>
          <a:p>
            <a:endParaRPr lang="en-US" sz="2600" b="0" strike="noStrike" spc="-1" dirty="0">
              <a:solidFill>
                <a:srgbClr val="000000"/>
              </a:solidFill>
              <a:latin typeface="Quicksand"/>
            </a:endParaRPr>
          </a:p>
        </p:txBody>
      </p:sp>
      <p:sp>
        <p:nvSpPr>
          <p:cNvPr id="195" name="Freeform: Shape 194"/>
          <p:cNvSpPr/>
          <p:nvPr/>
        </p:nvSpPr>
        <p:spPr>
          <a:xfrm>
            <a:off x="13092840" y="7590240"/>
            <a:ext cx="3882960" cy="3544920"/>
          </a:xfrm>
          <a:custGeom>
            <a:avLst/>
            <a:gdLst/>
            <a:ahLst/>
            <a:cxnLst/>
            <a:rect l="0" t="0" r="r" b="b"/>
            <a:pathLst>
              <a:path w="10786" h="9847">
                <a:moveTo>
                  <a:pt x="9097" y="9847"/>
                </a:moveTo>
                <a:lnTo>
                  <a:pt x="1689" y="9847"/>
                </a:lnTo>
                <a:cubicBezTo>
                  <a:pt x="757" y="9847"/>
                  <a:pt x="0" y="9089"/>
                  <a:pt x="0" y="8158"/>
                </a:cubicBezTo>
                <a:lnTo>
                  <a:pt x="0" y="1688"/>
                </a:lnTo>
                <a:cubicBezTo>
                  <a:pt x="0" y="757"/>
                  <a:pt x="757" y="0"/>
                  <a:pt x="1689" y="0"/>
                </a:cubicBezTo>
                <a:lnTo>
                  <a:pt x="9097" y="0"/>
                </a:lnTo>
                <a:cubicBezTo>
                  <a:pt x="10028" y="0"/>
                  <a:pt x="10786" y="757"/>
                  <a:pt x="10786" y="1688"/>
                </a:cubicBezTo>
                <a:lnTo>
                  <a:pt x="10786" y="8158"/>
                </a:lnTo>
                <a:cubicBezTo>
                  <a:pt x="10786" y="9089"/>
                  <a:pt x="10028" y="9847"/>
                  <a:pt x="9097" y="9847"/>
                </a:cubicBezTo>
                <a:moveTo>
                  <a:pt x="1689" y="142"/>
                </a:moveTo>
                <a:cubicBezTo>
                  <a:pt x="835" y="142"/>
                  <a:pt x="142" y="836"/>
                  <a:pt x="142" y="1688"/>
                </a:cubicBezTo>
                <a:lnTo>
                  <a:pt x="142" y="8158"/>
                </a:lnTo>
                <a:cubicBezTo>
                  <a:pt x="142" y="9011"/>
                  <a:pt x="835" y="9704"/>
                  <a:pt x="1689" y="9704"/>
                </a:cubicBezTo>
                <a:lnTo>
                  <a:pt x="9097" y="9704"/>
                </a:lnTo>
                <a:cubicBezTo>
                  <a:pt x="9950" y="9704"/>
                  <a:pt x="10643" y="9011"/>
                  <a:pt x="10643" y="8158"/>
                </a:cubicBezTo>
                <a:lnTo>
                  <a:pt x="10643" y="1688"/>
                </a:lnTo>
                <a:cubicBezTo>
                  <a:pt x="10643" y="836"/>
                  <a:pt x="9950" y="142"/>
                  <a:pt x="9097" y="142"/>
                </a:cubicBezTo>
                <a:lnTo>
                  <a:pt x="1689" y="142"/>
                </a:lnTo>
                <a:close/>
              </a:path>
            </a:pathLst>
          </a:custGeom>
          <a:solidFill>
            <a:srgbClr val="D5D5D2"/>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96" name="Freeform: Shape 195"/>
          <p:cNvSpPr/>
          <p:nvPr/>
        </p:nvSpPr>
        <p:spPr>
          <a:xfrm>
            <a:off x="13118400" y="6120000"/>
            <a:ext cx="3831840" cy="923040"/>
          </a:xfrm>
          <a:custGeom>
            <a:avLst/>
            <a:gdLst/>
            <a:ahLst/>
            <a:cxnLst/>
            <a:rect l="0" t="0" r="r" b="b"/>
            <a:pathLst>
              <a:path w="10644" h="2564">
                <a:moveTo>
                  <a:pt x="0" y="1281"/>
                </a:moveTo>
                <a:cubicBezTo>
                  <a:pt x="0" y="574"/>
                  <a:pt x="573" y="0"/>
                  <a:pt x="1282" y="0"/>
                </a:cubicBezTo>
                <a:lnTo>
                  <a:pt x="9362" y="0"/>
                </a:lnTo>
                <a:cubicBezTo>
                  <a:pt x="10070" y="0"/>
                  <a:pt x="10644" y="574"/>
                  <a:pt x="10644" y="1281"/>
                </a:cubicBezTo>
                <a:cubicBezTo>
                  <a:pt x="10644" y="1989"/>
                  <a:pt x="10070" y="2564"/>
                  <a:pt x="9362" y="2564"/>
                </a:cubicBezTo>
                <a:lnTo>
                  <a:pt x="1282" y="2564"/>
                </a:lnTo>
                <a:cubicBezTo>
                  <a:pt x="573" y="2564"/>
                  <a:pt x="0" y="1989"/>
                  <a:pt x="0" y="1281"/>
                </a:cubicBezTo>
                <a:close/>
              </a:path>
            </a:pathLst>
          </a:custGeom>
          <a:solidFill>
            <a:srgbClr val="D5D5D2"/>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97" name="TextBox 196"/>
          <p:cNvSpPr txBox="1"/>
          <p:nvPr/>
        </p:nvSpPr>
        <p:spPr>
          <a:xfrm>
            <a:off x="8496720" y="10008720"/>
            <a:ext cx="1820520" cy="384480"/>
          </a:xfrm>
          <a:prstGeom prst="rect">
            <a:avLst/>
          </a:prstGeom>
          <a:noFill/>
          <a:ln w="0">
            <a:noFill/>
          </a:ln>
        </p:spPr>
        <p:txBody>
          <a:bodyPr lIns="0" tIns="0" rIns="0" bIns="0" anchor="t">
            <a:noAutofit/>
          </a:bodyPr>
          <a:lstStyle/>
          <a:p>
            <a:endParaRPr lang="en-US" sz="2600" b="0" strike="noStrike" spc="-1" dirty="0">
              <a:solidFill>
                <a:srgbClr val="000000"/>
              </a:solidFill>
              <a:latin typeface="Quicksand"/>
            </a:endParaRPr>
          </a:p>
        </p:txBody>
      </p:sp>
      <p:sp>
        <p:nvSpPr>
          <p:cNvPr id="198" name="TextBox 197"/>
          <p:cNvSpPr txBox="1"/>
          <p:nvPr/>
        </p:nvSpPr>
        <p:spPr>
          <a:xfrm>
            <a:off x="14376600" y="6373440"/>
            <a:ext cx="1572120" cy="443880"/>
          </a:xfrm>
          <a:prstGeom prst="rect">
            <a:avLst/>
          </a:prstGeom>
          <a:noFill/>
          <a:ln w="0">
            <a:noFill/>
          </a:ln>
        </p:spPr>
        <p:txBody>
          <a:bodyPr lIns="0" tIns="0" rIns="0" bIns="0" anchor="t">
            <a:noAutofit/>
          </a:bodyPr>
          <a:lstStyle/>
          <a:p>
            <a:endParaRPr lang="en-US" sz="3000" b="0" strike="noStrike" spc="-1" dirty="0">
              <a:solidFill>
                <a:srgbClr val="000000"/>
              </a:solidFill>
              <a:latin typeface="Quicksand"/>
            </a:endParaRPr>
          </a:p>
        </p:txBody>
      </p:sp>
      <p:sp>
        <p:nvSpPr>
          <p:cNvPr id="199" name="TextBox 198"/>
          <p:cNvSpPr txBox="1"/>
          <p:nvPr/>
        </p:nvSpPr>
        <p:spPr>
          <a:xfrm>
            <a:off x="14064840" y="8433720"/>
            <a:ext cx="2175480" cy="384480"/>
          </a:xfrm>
          <a:prstGeom prst="rect">
            <a:avLst/>
          </a:prstGeom>
          <a:noFill/>
          <a:ln w="0">
            <a:noFill/>
          </a:ln>
        </p:spPr>
        <p:txBody>
          <a:bodyPr lIns="0" tIns="0" rIns="0" bIns="0" anchor="t">
            <a:noAutofit/>
          </a:bodyPr>
          <a:lstStyle/>
          <a:p>
            <a:endParaRPr lang="en-US" sz="2600" b="0" strike="noStrike" spc="-1" dirty="0">
              <a:solidFill>
                <a:srgbClr val="000000"/>
              </a:solidFill>
              <a:latin typeface="Quicksand"/>
            </a:endParaRPr>
          </a:p>
        </p:txBody>
      </p:sp>
      <p:sp>
        <p:nvSpPr>
          <p:cNvPr id="200" name="TextBox 199"/>
          <p:cNvSpPr txBox="1"/>
          <p:nvPr/>
        </p:nvSpPr>
        <p:spPr>
          <a:xfrm>
            <a:off x="14292000" y="8827560"/>
            <a:ext cx="1646640" cy="384480"/>
          </a:xfrm>
          <a:prstGeom prst="rect">
            <a:avLst/>
          </a:prstGeom>
          <a:noFill/>
          <a:ln w="0">
            <a:noFill/>
          </a:ln>
        </p:spPr>
        <p:txBody>
          <a:bodyPr lIns="0" tIns="0" rIns="0" bIns="0" anchor="t">
            <a:noAutofit/>
          </a:bodyPr>
          <a:lstStyle/>
          <a:p>
            <a:endParaRPr lang="en-US" sz="2600" b="0" strike="noStrike" spc="-1" dirty="0">
              <a:solidFill>
                <a:srgbClr val="000000"/>
              </a:solidFill>
              <a:latin typeface="Quicksand"/>
            </a:endParaRPr>
          </a:p>
        </p:txBody>
      </p:sp>
      <p:sp>
        <p:nvSpPr>
          <p:cNvPr id="201" name="TextBox 200"/>
          <p:cNvSpPr txBox="1"/>
          <p:nvPr/>
        </p:nvSpPr>
        <p:spPr>
          <a:xfrm>
            <a:off x="14076360" y="9614880"/>
            <a:ext cx="2405520" cy="384480"/>
          </a:xfrm>
          <a:prstGeom prst="rect">
            <a:avLst/>
          </a:prstGeom>
          <a:noFill/>
          <a:ln w="0">
            <a:noFill/>
          </a:ln>
        </p:spPr>
        <p:txBody>
          <a:bodyPr lIns="0" tIns="0" rIns="0" bIns="0" anchor="t">
            <a:noAutofit/>
          </a:bodyPr>
          <a:lstStyle/>
          <a:p>
            <a:r>
              <a:rPr lang="en-US" sz="2600" b="1" strike="noStrike" spc="-1" dirty="0">
                <a:solidFill>
                  <a:srgbClr val="FFFFFF"/>
                </a:solidFill>
                <a:latin typeface="Quicksand"/>
                <a:ea typeface="Quicksand"/>
              </a:rPr>
              <a:t> </a:t>
            </a:r>
            <a:endParaRPr lang="en-US" sz="2600" b="0" strike="noStrike" spc="-1" dirty="0">
              <a:solidFill>
                <a:srgbClr val="000000"/>
              </a:solidFill>
              <a:latin typeface="Quicksand"/>
            </a:endParaRPr>
          </a:p>
        </p:txBody>
      </p:sp>
      <p:sp>
        <p:nvSpPr>
          <p:cNvPr id="202" name="Freeform: Shape 201"/>
          <p:cNvSpPr/>
          <p:nvPr/>
        </p:nvSpPr>
        <p:spPr>
          <a:xfrm>
            <a:off x="18789480" y="7590240"/>
            <a:ext cx="3882960" cy="3544920"/>
          </a:xfrm>
          <a:custGeom>
            <a:avLst/>
            <a:gdLst/>
            <a:ahLst/>
            <a:cxnLst/>
            <a:rect l="0" t="0" r="r" b="b"/>
            <a:pathLst>
              <a:path w="10786" h="9847">
                <a:moveTo>
                  <a:pt x="9098" y="9847"/>
                </a:moveTo>
                <a:lnTo>
                  <a:pt x="1689" y="9847"/>
                </a:lnTo>
                <a:cubicBezTo>
                  <a:pt x="757" y="9847"/>
                  <a:pt x="0" y="9089"/>
                  <a:pt x="0" y="8158"/>
                </a:cubicBezTo>
                <a:lnTo>
                  <a:pt x="0" y="1688"/>
                </a:lnTo>
                <a:cubicBezTo>
                  <a:pt x="0" y="757"/>
                  <a:pt x="757" y="0"/>
                  <a:pt x="1689" y="0"/>
                </a:cubicBezTo>
                <a:lnTo>
                  <a:pt x="9098" y="0"/>
                </a:lnTo>
                <a:cubicBezTo>
                  <a:pt x="10029" y="0"/>
                  <a:pt x="10786" y="757"/>
                  <a:pt x="10786" y="1688"/>
                </a:cubicBezTo>
                <a:lnTo>
                  <a:pt x="10786" y="8158"/>
                </a:lnTo>
                <a:cubicBezTo>
                  <a:pt x="10786" y="9089"/>
                  <a:pt x="10029" y="9847"/>
                  <a:pt x="9098" y="9847"/>
                </a:cubicBezTo>
                <a:moveTo>
                  <a:pt x="1689" y="142"/>
                </a:moveTo>
                <a:cubicBezTo>
                  <a:pt x="836" y="142"/>
                  <a:pt x="142" y="836"/>
                  <a:pt x="142" y="1688"/>
                </a:cubicBezTo>
                <a:lnTo>
                  <a:pt x="142" y="8158"/>
                </a:lnTo>
                <a:cubicBezTo>
                  <a:pt x="142" y="9011"/>
                  <a:pt x="836" y="9704"/>
                  <a:pt x="1689" y="9704"/>
                </a:cubicBezTo>
                <a:lnTo>
                  <a:pt x="9098" y="9704"/>
                </a:lnTo>
                <a:cubicBezTo>
                  <a:pt x="9950" y="9704"/>
                  <a:pt x="10644" y="9011"/>
                  <a:pt x="10644" y="8158"/>
                </a:cubicBezTo>
                <a:lnTo>
                  <a:pt x="10644" y="1688"/>
                </a:lnTo>
                <a:cubicBezTo>
                  <a:pt x="10644" y="836"/>
                  <a:pt x="9950" y="142"/>
                  <a:pt x="9098" y="142"/>
                </a:cubicBezTo>
                <a:lnTo>
                  <a:pt x="1689" y="142"/>
                </a:ln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203" name="Freeform: Shape 202"/>
          <p:cNvSpPr/>
          <p:nvPr/>
        </p:nvSpPr>
        <p:spPr>
          <a:xfrm>
            <a:off x="18815040" y="6120000"/>
            <a:ext cx="3831840" cy="923040"/>
          </a:xfrm>
          <a:custGeom>
            <a:avLst/>
            <a:gdLst/>
            <a:ahLst/>
            <a:cxnLst/>
            <a:rect l="0" t="0" r="r" b="b"/>
            <a:pathLst>
              <a:path w="10644" h="2564">
                <a:moveTo>
                  <a:pt x="0" y="1281"/>
                </a:moveTo>
                <a:cubicBezTo>
                  <a:pt x="0" y="574"/>
                  <a:pt x="574" y="0"/>
                  <a:pt x="1281" y="0"/>
                </a:cubicBezTo>
                <a:lnTo>
                  <a:pt x="9363" y="0"/>
                </a:lnTo>
                <a:cubicBezTo>
                  <a:pt x="10071" y="0"/>
                  <a:pt x="10644" y="574"/>
                  <a:pt x="10644" y="1281"/>
                </a:cubicBezTo>
                <a:cubicBezTo>
                  <a:pt x="10644" y="1989"/>
                  <a:pt x="10071" y="2564"/>
                  <a:pt x="9363" y="2564"/>
                </a:cubicBezTo>
                <a:lnTo>
                  <a:pt x="1281" y="2564"/>
                </a:lnTo>
                <a:cubicBezTo>
                  <a:pt x="574" y="2564"/>
                  <a:pt x="0" y="1989"/>
                  <a:pt x="0" y="1281"/>
                </a:cubicBez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204" name="TextBox 203"/>
          <p:cNvSpPr txBox="1"/>
          <p:nvPr/>
        </p:nvSpPr>
        <p:spPr>
          <a:xfrm>
            <a:off x="14187240" y="10008720"/>
            <a:ext cx="1820520" cy="384480"/>
          </a:xfrm>
          <a:prstGeom prst="rect">
            <a:avLst/>
          </a:prstGeom>
          <a:noFill/>
          <a:ln w="0">
            <a:noFill/>
          </a:ln>
        </p:spPr>
        <p:txBody>
          <a:bodyPr lIns="0" tIns="0" rIns="0" bIns="0" anchor="t">
            <a:noAutofit/>
          </a:bodyPr>
          <a:lstStyle/>
          <a:p>
            <a:endParaRPr lang="en-US" sz="2600" b="0" strike="noStrike" spc="-1" dirty="0">
              <a:solidFill>
                <a:srgbClr val="000000"/>
              </a:solidFill>
              <a:latin typeface="Quicksand"/>
            </a:endParaRPr>
          </a:p>
        </p:txBody>
      </p:sp>
      <p:sp>
        <p:nvSpPr>
          <p:cNvPr id="205" name="TextBox 204"/>
          <p:cNvSpPr txBox="1"/>
          <p:nvPr/>
        </p:nvSpPr>
        <p:spPr>
          <a:xfrm>
            <a:off x="19763280" y="6373440"/>
            <a:ext cx="2273040" cy="443880"/>
          </a:xfrm>
          <a:prstGeom prst="rect">
            <a:avLst/>
          </a:prstGeom>
          <a:noFill/>
          <a:ln w="0">
            <a:noFill/>
          </a:ln>
        </p:spPr>
        <p:txBody>
          <a:bodyPr lIns="0" tIns="0" rIns="0" bIns="0" anchor="t">
            <a:noAutofit/>
          </a:bodyPr>
          <a:lstStyle/>
          <a:p>
            <a:endParaRPr lang="en-US" sz="3000" b="0" strike="noStrike" spc="-1" dirty="0">
              <a:solidFill>
                <a:srgbClr val="000000"/>
              </a:solidFill>
              <a:latin typeface="Quicksand"/>
            </a:endParaRPr>
          </a:p>
        </p:txBody>
      </p:sp>
      <p:sp>
        <p:nvSpPr>
          <p:cNvPr id="206" name="TextBox 205"/>
          <p:cNvSpPr txBox="1"/>
          <p:nvPr/>
        </p:nvSpPr>
        <p:spPr>
          <a:xfrm>
            <a:off x="19283400" y="8630640"/>
            <a:ext cx="3085200" cy="384480"/>
          </a:xfrm>
          <a:prstGeom prst="rect">
            <a:avLst/>
          </a:prstGeom>
          <a:noFill/>
          <a:ln w="0">
            <a:noFill/>
          </a:ln>
        </p:spPr>
        <p:txBody>
          <a:bodyPr lIns="0" tIns="0" rIns="0" bIns="0" anchor="t">
            <a:noAutofit/>
          </a:bodyPr>
          <a:lstStyle/>
          <a:p>
            <a:endParaRPr lang="en-US" sz="2600" b="0" strike="noStrike" spc="-1" dirty="0">
              <a:solidFill>
                <a:srgbClr val="000000"/>
              </a:solidFill>
              <a:latin typeface="Quicksand"/>
            </a:endParaRPr>
          </a:p>
        </p:txBody>
      </p:sp>
      <p:sp>
        <p:nvSpPr>
          <p:cNvPr id="207" name="TextBox 206"/>
          <p:cNvSpPr txBox="1"/>
          <p:nvPr/>
        </p:nvSpPr>
        <p:spPr>
          <a:xfrm>
            <a:off x="19196280" y="8836090"/>
            <a:ext cx="3272760" cy="384480"/>
          </a:xfrm>
          <a:prstGeom prst="rect">
            <a:avLst/>
          </a:prstGeom>
          <a:noFill/>
          <a:ln w="0">
            <a:noFill/>
          </a:ln>
        </p:spPr>
        <p:txBody>
          <a:bodyPr lIns="0" tIns="0" rIns="0" bIns="0" anchor="t">
            <a:noAutofit/>
          </a:bodyPr>
          <a:lstStyle/>
          <a:p>
            <a:endParaRPr lang="en-US" sz="2600" b="0" strike="noStrike" spc="-1" dirty="0">
              <a:solidFill>
                <a:srgbClr val="000000"/>
              </a:solidFill>
              <a:latin typeface="Quicksand"/>
            </a:endParaRPr>
          </a:p>
        </p:txBody>
      </p:sp>
      <p:sp>
        <p:nvSpPr>
          <p:cNvPr id="208" name="TextBox 207"/>
          <p:cNvSpPr txBox="1"/>
          <p:nvPr/>
        </p:nvSpPr>
        <p:spPr>
          <a:xfrm>
            <a:off x="19685520" y="9310660"/>
            <a:ext cx="2428560" cy="384480"/>
          </a:xfrm>
          <a:prstGeom prst="rect">
            <a:avLst/>
          </a:prstGeom>
          <a:noFill/>
          <a:ln w="0">
            <a:noFill/>
          </a:ln>
        </p:spPr>
        <p:txBody>
          <a:bodyPr lIns="0" tIns="0" rIns="0" bIns="0" anchor="t">
            <a:noAutofit/>
          </a:bodyPr>
          <a:lstStyle/>
          <a:p>
            <a:r>
              <a:rPr lang="en-US" sz="2600" spc="-1" dirty="0">
                <a:solidFill>
                  <a:schemeClr val="bg1"/>
                </a:solidFill>
                <a:latin typeface="Quicksand"/>
              </a:rPr>
              <a:t>INSERT TEXT</a:t>
            </a:r>
            <a:endParaRPr lang="en-US" sz="2600" b="0" strike="noStrike" spc="-1" dirty="0">
              <a:solidFill>
                <a:schemeClr val="bg1"/>
              </a:solidFill>
              <a:latin typeface="Quicksand"/>
            </a:endParaRPr>
          </a:p>
        </p:txBody>
      </p:sp>
      <p:sp>
        <p:nvSpPr>
          <p:cNvPr id="209" name="TextBox 208"/>
          <p:cNvSpPr txBox="1"/>
          <p:nvPr/>
        </p:nvSpPr>
        <p:spPr>
          <a:xfrm>
            <a:off x="19844280" y="9811800"/>
            <a:ext cx="1948320" cy="384480"/>
          </a:xfrm>
          <a:prstGeom prst="rect">
            <a:avLst/>
          </a:prstGeom>
          <a:noFill/>
          <a:ln w="0">
            <a:noFill/>
          </a:ln>
        </p:spPr>
        <p:txBody>
          <a:bodyPr lIns="0" tIns="0" rIns="0" bIns="0" anchor="t">
            <a:noAutofit/>
          </a:bodyPr>
          <a:lstStyle/>
          <a:p>
            <a:endParaRPr lang="en-US" sz="2600" b="0" strike="noStrike" spc="-1" dirty="0">
              <a:solidFill>
                <a:srgbClr val="000000"/>
              </a:solidFill>
              <a:latin typeface="Quicksand"/>
            </a:endParaRPr>
          </a:p>
        </p:txBody>
      </p:sp>
      <p:sp>
        <p:nvSpPr>
          <p:cNvPr id="210" name="TextBox 209"/>
          <p:cNvSpPr txBox="1"/>
          <p:nvPr/>
        </p:nvSpPr>
        <p:spPr>
          <a:xfrm>
            <a:off x="9615060" y="2878920"/>
            <a:ext cx="13090320" cy="443880"/>
          </a:xfrm>
          <a:prstGeom prst="rect">
            <a:avLst/>
          </a:prstGeom>
          <a:noFill/>
          <a:ln w="0">
            <a:noFill/>
          </a:ln>
        </p:spPr>
        <p:txBody>
          <a:bodyPr lIns="0" tIns="0" rIns="0" bIns="0" anchor="t">
            <a:noAutofit/>
          </a:bodyPr>
          <a:lstStyle/>
          <a:p>
            <a:r>
              <a:rPr lang="en-US" sz="3000" b="1" strike="noStrike" spc="-1" dirty="0">
                <a:solidFill>
                  <a:srgbClr val="FEC00F"/>
                </a:solidFill>
                <a:latin typeface="Quicksand-Semi"/>
                <a:ea typeface="Quicksand-Semi"/>
              </a:rPr>
              <a:t>[SECTION SUBTITLE]</a:t>
            </a:r>
            <a:endParaRPr lang="en-US" sz="3000" b="0" strike="noStrike" spc="-1" dirty="0">
              <a:solidFill>
                <a:srgbClr val="000000"/>
              </a:solidFill>
              <a:latin typeface="Quicksand"/>
            </a:endParaRPr>
          </a:p>
        </p:txBody>
      </p:sp>
      <p:sp>
        <p:nvSpPr>
          <p:cNvPr id="211" name="TextBox 210"/>
          <p:cNvSpPr txBox="1"/>
          <p:nvPr/>
        </p:nvSpPr>
        <p:spPr>
          <a:xfrm>
            <a:off x="10069920" y="12671280"/>
            <a:ext cx="7571880" cy="295920"/>
          </a:xfrm>
          <a:prstGeom prst="rect">
            <a:avLst/>
          </a:prstGeom>
          <a:noFill/>
          <a:ln w="0">
            <a:noFill/>
          </a:ln>
        </p:spPr>
        <p:txBody>
          <a:bodyPr lIns="0" tIns="0" rIns="0" bIns="0" anchor="t">
            <a:noAutofit/>
          </a:bodyPr>
          <a:lstStyle/>
          <a:p>
            <a:r>
              <a:rPr lang="en-US" sz="2000" b="0" strike="noStrike" spc="-1">
                <a:solidFill>
                  <a:srgbClr val="FFFFFF"/>
                </a:solidFill>
                <a:latin typeface="Quicksand"/>
                <a:ea typeface="Quicksand"/>
              </a:rPr>
              <a:t>[FOOTNOTE / DISCLAIMER]</a:t>
            </a:r>
            <a:endParaRPr lang="en-US" sz="2000" b="0" strike="noStrike" spc="-1">
              <a:solidFill>
                <a:srgbClr val="000000"/>
              </a:solidFill>
              <a:latin typeface="Quicksand"/>
            </a:endParaRPr>
          </a:p>
        </p:txBody>
      </p:sp>
      <p:sp>
        <p:nvSpPr>
          <p:cNvPr id="2" name="TextBox 1">
            <a:extLst>
              <a:ext uri="{FF2B5EF4-FFF2-40B4-BE49-F238E27FC236}">
                <a16:creationId xmlns:a16="http://schemas.microsoft.com/office/drawing/2014/main" id="{000DB28A-DB7D-5B16-4FCB-2ECA65411888}"/>
              </a:ext>
            </a:extLst>
          </p:cNvPr>
          <p:cNvSpPr txBox="1"/>
          <p:nvPr/>
        </p:nvSpPr>
        <p:spPr>
          <a:xfrm>
            <a:off x="8044385" y="6454440"/>
            <a:ext cx="2743010" cy="443880"/>
          </a:xfrm>
          <a:prstGeom prst="rect">
            <a:avLst/>
          </a:prstGeom>
          <a:noFill/>
          <a:ln w="0">
            <a:noFill/>
          </a:ln>
        </p:spPr>
        <p:txBody>
          <a:bodyPr lIns="0" tIns="0" rIns="0" bIns="0" anchor="t">
            <a:noAutofit/>
          </a:bodyPr>
          <a:lstStyle/>
          <a:p>
            <a:r>
              <a:rPr lang="en-US" b="1" spc="-1" dirty="0">
                <a:solidFill>
                  <a:srgbClr val="212121"/>
                </a:solidFill>
                <a:latin typeface="Quicksand-Semi"/>
                <a:ea typeface="Quicksand-Semi"/>
              </a:rPr>
              <a:t>[COMPONENT 2 TITLE]</a:t>
            </a:r>
            <a:endParaRPr lang="en-US" spc="-1" dirty="0">
              <a:solidFill>
                <a:srgbClr val="000000"/>
              </a:solidFill>
              <a:latin typeface="Quicksand"/>
            </a:endParaRPr>
          </a:p>
        </p:txBody>
      </p:sp>
      <p:sp>
        <p:nvSpPr>
          <p:cNvPr id="3" name="TextBox 2">
            <a:extLst>
              <a:ext uri="{FF2B5EF4-FFF2-40B4-BE49-F238E27FC236}">
                <a16:creationId xmlns:a16="http://schemas.microsoft.com/office/drawing/2014/main" id="{99F48596-C38C-BFFA-C6AA-B46D74DF8DB6}"/>
              </a:ext>
            </a:extLst>
          </p:cNvPr>
          <p:cNvSpPr txBox="1"/>
          <p:nvPr/>
        </p:nvSpPr>
        <p:spPr>
          <a:xfrm>
            <a:off x="13725995" y="6409700"/>
            <a:ext cx="2743010" cy="443880"/>
          </a:xfrm>
          <a:prstGeom prst="rect">
            <a:avLst/>
          </a:prstGeom>
          <a:noFill/>
          <a:ln w="0">
            <a:noFill/>
          </a:ln>
        </p:spPr>
        <p:txBody>
          <a:bodyPr lIns="0" tIns="0" rIns="0" bIns="0" anchor="t">
            <a:noAutofit/>
          </a:bodyPr>
          <a:lstStyle/>
          <a:p>
            <a:r>
              <a:rPr lang="en-US" b="1" spc="-1" dirty="0">
                <a:solidFill>
                  <a:srgbClr val="212121"/>
                </a:solidFill>
                <a:latin typeface="Quicksand-Semi"/>
                <a:ea typeface="Quicksand-Semi"/>
              </a:rPr>
              <a:t>[COMPONENT 3 TITLE]</a:t>
            </a:r>
            <a:endParaRPr lang="en-US" spc="-1" dirty="0">
              <a:solidFill>
                <a:srgbClr val="000000"/>
              </a:solidFill>
              <a:latin typeface="Quicksand"/>
            </a:endParaRPr>
          </a:p>
        </p:txBody>
      </p:sp>
      <p:sp>
        <p:nvSpPr>
          <p:cNvPr id="4" name="TextBox 3">
            <a:extLst>
              <a:ext uri="{FF2B5EF4-FFF2-40B4-BE49-F238E27FC236}">
                <a16:creationId xmlns:a16="http://schemas.microsoft.com/office/drawing/2014/main" id="{752FE4F1-E454-3511-4B62-B3B2BC968241}"/>
              </a:ext>
            </a:extLst>
          </p:cNvPr>
          <p:cNvSpPr txBox="1"/>
          <p:nvPr/>
        </p:nvSpPr>
        <p:spPr>
          <a:xfrm>
            <a:off x="19446935" y="6425100"/>
            <a:ext cx="2743010" cy="443880"/>
          </a:xfrm>
          <a:prstGeom prst="rect">
            <a:avLst/>
          </a:prstGeom>
          <a:noFill/>
          <a:ln w="0">
            <a:noFill/>
          </a:ln>
        </p:spPr>
        <p:txBody>
          <a:bodyPr lIns="0" tIns="0" rIns="0" bIns="0" anchor="t">
            <a:noAutofit/>
          </a:bodyPr>
          <a:lstStyle/>
          <a:p>
            <a:r>
              <a:rPr lang="en-US" b="1" spc="-1" dirty="0">
                <a:solidFill>
                  <a:srgbClr val="212121"/>
                </a:solidFill>
                <a:latin typeface="Quicksand-Semi"/>
                <a:ea typeface="Quicksand-Semi"/>
              </a:rPr>
              <a:t>[COMPONENT 4 TITLE]</a:t>
            </a:r>
            <a:endParaRPr lang="en-US" spc="-1" dirty="0">
              <a:solidFill>
                <a:srgbClr val="000000"/>
              </a:solidFill>
              <a:latin typeface="Quicksand"/>
            </a:endParaRPr>
          </a:p>
        </p:txBody>
      </p:sp>
      <p:sp>
        <p:nvSpPr>
          <p:cNvPr id="5" name="TextBox 4">
            <a:extLst>
              <a:ext uri="{FF2B5EF4-FFF2-40B4-BE49-F238E27FC236}">
                <a16:creationId xmlns:a16="http://schemas.microsoft.com/office/drawing/2014/main" id="{B746EB03-4BA4-DC9F-A82B-66312F3C9350}"/>
              </a:ext>
            </a:extLst>
          </p:cNvPr>
          <p:cNvSpPr txBox="1"/>
          <p:nvPr/>
        </p:nvSpPr>
        <p:spPr>
          <a:xfrm>
            <a:off x="2590260" y="9230400"/>
            <a:ext cx="2428560" cy="384480"/>
          </a:xfrm>
          <a:prstGeom prst="rect">
            <a:avLst/>
          </a:prstGeom>
          <a:noFill/>
          <a:ln w="0">
            <a:noFill/>
          </a:ln>
        </p:spPr>
        <p:txBody>
          <a:bodyPr lIns="0" tIns="0" rIns="0" bIns="0" anchor="t">
            <a:noAutofit/>
          </a:bodyPr>
          <a:lstStyle/>
          <a:p>
            <a:r>
              <a:rPr lang="en-US" sz="2600" spc="-1" dirty="0">
                <a:solidFill>
                  <a:schemeClr val="bg1"/>
                </a:solidFill>
                <a:latin typeface="Quicksand"/>
              </a:rPr>
              <a:t>INSERT TEXT</a:t>
            </a:r>
            <a:endParaRPr lang="en-US" sz="2600" b="0" strike="noStrike" spc="-1" dirty="0">
              <a:solidFill>
                <a:schemeClr val="bg1"/>
              </a:solidFill>
              <a:latin typeface="Quicksand"/>
            </a:endParaRPr>
          </a:p>
        </p:txBody>
      </p:sp>
      <p:sp>
        <p:nvSpPr>
          <p:cNvPr id="7" name="TextBox 6">
            <a:extLst>
              <a:ext uri="{FF2B5EF4-FFF2-40B4-BE49-F238E27FC236}">
                <a16:creationId xmlns:a16="http://schemas.microsoft.com/office/drawing/2014/main" id="{A1B29483-FAF3-F473-A949-43484E96C924}"/>
              </a:ext>
            </a:extLst>
          </p:cNvPr>
          <p:cNvSpPr txBox="1"/>
          <p:nvPr/>
        </p:nvSpPr>
        <p:spPr>
          <a:xfrm>
            <a:off x="8303100" y="9212040"/>
            <a:ext cx="2428560" cy="384480"/>
          </a:xfrm>
          <a:prstGeom prst="rect">
            <a:avLst/>
          </a:prstGeom>
          <a:noFill/>
          <a:ln w="0">
            <a:noFill/>
          </a:ln>
        </p:spPr>
        <p:txBody>
          <a:bodyPr lIns="0" tIns="0" rIns="0" bIns="0" anchor="t">
            <a:noAutofit/>
          </a:bodyPr>
          <a:lstStyle/>
          <a:p>
            <a:r>
              <a:rPr lang="en-US" sz="2600" spc="-1" dirty="0">
                <a:solidFill>
                  <a:schemeClr val="bg1"/>
                </a:solidFill>
                <a:latin typeface="Quicksand"/>
              </a:rPr>
              <a:t>INSERT TEXT</a:t>
            </a:r>
            <a:endParaRPr lang="en-US" sz="2600" b="0" strike="noStrike" spc="-1" dirty="0">
              <a:solidFill>
                <a:schemeClr val="bg1"/>
              </a:solidFill>
              <a:latin typeface="Quicksand"/>
            </a:endParaRPr>
          </a:p>
        </p:txBody>
      </p:sp>
      <p:sp>
        <p:nvSpPr>
          <p:cNvPr id="8" name="TextBox 7">
            <a:extLst>
              <a:ext uri="{FF2B5EF4-FFF2-40B4-BE49-F238E27FC236}">
                <a16:creationId xmlns:a16="http://schemas.microsoft.com/office/drawing/2014/main" id="{F3555A50-7C29-2226-7174-50BFBD302063}"/>
              </a:ext>
            </a:extLst>
          </p:cNvPr>
          <p:cNvSpPr txBox="1"/>
          <p:nvPr/>
        </p:nvSpPr>
        <p:spPr>
          <a:xfrm>
            <a:off x="14021760" y="9390680"/>
            <a:ext cx="2428560" cy="384480"/>
          </a:xfrm>
          <a:prstGeom prst="rect">
            <a:avLst/>
          </a:prstGeom>
          <a:noFill/>
          <a:ln w="0">
            <a:noFill/>
          </a:ln>
        </p:spPr>
        <p:txBody>
          <a:bodyPr lIns="0" tIns="0" rIns="0" bIns="0" anchor="t">
            <a:noAutofit/>
          </a:bodyPr>
          <a:lstStyle/>
          <a:p>
            <a:r>
              <a:rPr lang="en-US" sz="2600" spc="-1" dirty="0">
                <a:solidFill>
                  <a:schemeClr val="bg1"/>
                </a:solidFill>
                <a:latin typeface="Quicksand"/>
              </a:rPr>
              <a:t>INSERT TEXT</a:t>
            </a:r>
            <a:endParaRPr lang="en-US" sz="2600" b="0" strike="noStrike" spc="-1" dirty="0">
              <a:solidFill>
                <a:schemeClr val="bg1"/>
              </a:solidFill>
              <a:latin typeface="Quicksa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5" name="Picture 1454"/>
          <p:cNvPicPr/>
          <p:nvPr/>
        </p:nvPicPr>
        <p:blipFill>
          <a:blip r:embed="rId2"/>
          <a:stretch/>
        </p:blipFill>
        <p:spPr>
          <a:xfrm>
            <a:off x="22145460" y="915120"/>
            <a:ext cx="1171440" cy="1181880"/>
          </a:xfrm>
          <a:prstGeom prst="rect">
            <a:avLst/>
          </a:prstGeom>
          <a:ln w="0">
            <a:noFill/>
          </a:ln>
        </p:spPr>
      </p:pic>
      <p:sp>
        <p:nvSpPr>
          <p:cNvPr id="1542" name="TextBox 1541"/>
          <p:cNvSpPr txBox="1"/>
          <p:nvPr/>
        </p:nvSpPr>
        <p:spPr>
          <a:xfrm>
            <a:off x="990600" y="2476800"/>
            <a:ext cx="21805900" cy="887400"/>
          </a:xfrm>
          <a:prstGeom prst="rect">
            <a:avLst/>
          </a:prstGeom>
          <a:noFill/>
          <a:ln w="0">
            <a:noFill/>
          </a:ln>
        </p:spPr>
        <p:txBody>
          <a:bodyPr lIns="0" tIns="0" rIns="0" bIns="0" anchor="t">
            <a:noAutofit/>
          </a:bodyPr>
          <a:lstStyle/>
          <a:p>
            <a:r>
              <a:rPr lang="en-US" sz="6000" b="0" strike="noStrike" spc="-1" dirty="0">
                <a:solidFill>
                  <a:srgbClr val="212121"/>
                </a:solidFill>
                <a:latin typeface="Rajdhani"/>
                <a:ea typeface="Rajdhani"/>
              </a:rPr>
              <a:t>[SLIDE TITLE: e.g. A TACTICAL APPROACH TO “RISK-ON”]</a:t>
            </a:r>
            <a:endParaRPr lang="en-US" sz="6000" b="0" strike="noStrike" spc="-1" dirty="0">
              <a:solidFill>
                <a:srgbClr val="000000"/>
              </a:solidFill>
              <a:latin typeface="Quicksand"/>
            </a:endParaRPr>
          </a:p>
        </p:txBody>
      </p:sp>
      <p:sp>
        <p:nvSpPr>
          <p:cNvPr id="1543" name="TextBox 1542"/>
          <p:cNvSpPr txBox="1"/>
          <p:nvPr/>
        </p:nvSpPr>
        <p:spPr>
          <a:xfrm>
            <a:off x="1066740" y="1144080"/>
            <a:ext cx="5750640" cy="532440"/>
          </a:xfrm>
          <a:prstGeom prst="rect">
            <a:avLst/>
          </a:prstGeom>
          <a:noFill/>
          <a:ln w="0">
            <a:noFill/>
          </a:ln>
        </p:spPr>
        <p:txBody>
          <a:bodyPr lIns="0" tIns="0" rIns="0" bIns="0" anchor="t">
            <a:noAutofit/>
          </a:bodyPr>
          <a:lstStyle/>
          <a:p>
            <a:r>
              <a:rPr lang="en-US" sz="3600" b="0" strike="noStrike" spc="-1">
                <a:solidFill>
                  <a:srgbClr val="212121"/>
                </a:solidFill>
                <a:latin typeface="Rajdhani"/>
                <a:ea typeface="Rajdhani"/>
              </a:rPr>
              <a:t>[STRATEGY NAME]</a:t>
            </a:r>
            <a:endParaRPr lang="en-US" sz="3600" b="0" strike="noStrike" spc="-1">
              <a:solidFill>
                <a:srgbClr val="000000"/>
              </a:solidFill>
              <a:latin typeface="Quicksand"/>
            </a:endParaRPr>
          </a:p>
        </p:txBody>
      </p:sp>
      <p:sp>
        <p:nvSpPr>
          <p:cNvPr id="1554" name="TextBox 1553"/>
          <p:cNvSpPr txBox="1"/>
          <p:nvPr/>
        </p:nvSpPr>
        <p:spPr>
          <a:xfrm>
            <a:off x="17311400" y="12065667"/>
            <a:ext cx="3777120" cy="295920"/>
          </a:xfrm>
          <a:prstGeom prst="rect">
            <a:avLst/>
          </a:prstGeom>
          <a:noFill/>
          <a:ln w="0">
            <a:noFill/>
          </a:ln>
        </p:spPr>
        <p:txBody>
          <a:bodyPr lIns="0" tIns="0" rIns="0" bIns="0" anchor="t">
            <a:noAutofit/>
          </a:bodyPr>
          <a:lstStyle/>
          <a:p>
            <a:r>
              <a:rPr lang="en-US" sz="2000" b="0" strike="noStrike" spc="-1" dirty="0">
                <a:solidFill>
                  <a:srgbClr val="000000"/>
                </a:solidFill>
                <a:latin typeface="Quicksand"/>
                <a:ea typeface="Quicksand"/>
              </a:rPr>
              <a:t>[FOOTNOTE / DISCLAIMER]</a:t>
            </a:r>
            <a:endParaRPr lang="en-US" sz="2000" b="0" strike="noStrike" spc="-1" dirty="0">
              <a:solidFill>
                <a:srgbClr val="000000"/>
              </a:solidFill>
              <a:latin typeface="Quicksand"/>
            </a:endParaRPr>
          </a:p>
        </p:txBody>
      </p:sp>
      <p:graphicFrame>
        <p:nvGraphicFramePr>
          <p:cNvPr id="2" name="Table 1">
            <a:extLst>
              <a:ext uri="{FF2B5EF4-FFF2-40B4-BE49-F238E27FC236}">
                <a16:creationId xmlns:a16="http://schemas.microsoft.com/office/drawing/2014/main" id="{9A8D1E27-AA7F-35FA-28E5-DF36238180DA}"/>
              </a:ext>
            </a:extLst>
          </p:cNvPr>
          <p:cNvGraphicFramePr>
            <a:graphicFrameLocks noGrp="1"/>
          </p:cNvGraphicFramePr>
          <p:nvPr>
            <p:extLst>
              <p:ext uri="{D42A27DB-BD31-4B8C-83A1-F6EECF244321}">
                <p14:modId xmlns:p14="http://schemas.microsoft.com/office/powerpoint/2010/main" val="730888559"/>
              </p:ext>
            </p:extLst>
          </p:nvPr>
        </p:nvGraphicFramePr>
        <p:xfrm>
          <a:off x="15800100" y="4164480"/>
          <a:ext cx="6386829" cy="7396827"/>
        </p:xfrm>
        <a:graphic>
          <a:graphicData uri="http://schemas.openxmlformats.org/drawingml/2006/table">
            <a:tbl>
              <a:tblPr firstRow="1" bandRow="1">
                <a:tableStyleId>{2D5ABB26-0587-4C30-8999-92F81FD0307C}</a:tableStyleId>
              </a:tblPr>
              <a:tblGrid>
                <a:gridCol w="3664585">
                  <a:extLst>
                    <a:ext uri="{9D8B030D-6E8A-4147-A177-3AD203B41FA5}">
                      <a16:colId xmlns:a16="http://schemas.microsoft.com/office/drawing/2014/main" val="840303238"/>
                    </a:ext>
                  </a:extLst>
                </a:gridCol>
                <a:gridCol w="2722244">
                  <a:extLst>
                    <a:ext uri="{9D8B030D-6E8A-4147-A177-3AD203B41FA5}">
                      <a16:colId xmlns:a16="http://schemas.microsoft.com/office/drawing/2014/main" val="2987052843"/>
                    </a:ext>
                  </a:extLst>
                </a:gridCol>
              </a:tblGrid>
              <a:tr h="755650">
                <a:tc gridSpan="2">
                  <a:txBody>
                    <a:bodyPr/>
                    <a:lstStyle/>
                    <a:p>
                      <a:pPr algn="ctr">
                        <a:lnSpc>
                          <a:spcPct val="100000"/>
                        </a:lnSpc>
                        <a:spcBef>
                          <a:spcPts val="1830"/>
                        </a:spcBef>
                      </a:pPr>
                      <a:r>
                        <a:rPr lang="en-US" sz="2000" b="1" spc="-65" dirty="0">
                          <a:latin typeface="Quicksand" panose="00000500000000000000" pitchFamily="2" charset="0"/>
                          <a:cs typeface="Tahoma"/>
                        </a:rPr>
                        <a:t>[TABLE TITLE: e.g. Guardian “Risk-On” Opportunities]</a:t>
                      </a:r>
                    </a:p>
                  </a:txBody>
                  <a:tcPr marL="0" marR="0" marT="23241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FBBF16"/>
                    </a:solidFill>
                  </a:tcPr>
                </a:tc>
                <a:tc hMerge="1">
                  <a:txBody>
                    <a:bodyPr/>
                    <a:lstStyle/>
                    <a:p>
                      <a:endParaRPr/>
                    </a:p>
                  </a:txBody>
                  <a:tcPr marL="0" marR="0" marT="0" marB="0"/>
                </a:tc>
                <a:extLst>
                  <a:ext uri="{0D108BD9-81ED-4DB2-BD59-A6C34878D82A}">
                    <a16:rowId xmlns:a16="http://schemas.microsoft.com/office/drawing/2014/main" val="341986647"/>
                  </a:ext>
                </a:extLst>
              </a:tr>
              <a:tr h="80962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spc="85" dirty="0">
                          <a:solidFill>
                            <a:srgbClr val="202020"/>
                          </a:solidFill>
                          <a:latin typeface="Quicksand" panose="00000500000000000000" pitchFamily="2" charset="0"/>
                          <a:cs typeface="Tahoma"/>
                        </a:rPr>
                        <a:t>TABLE COL HEADER</a:t>
                      </a:r>
                      <a:endParaRPr lang="en-US" sz="1800" dirty="0">
                        <a:latin typeface="Quicksand" panose="00000500000000000000" pitchFamily="2" charset="0"/>
                        <a:cs typeface="Tahoma"/>
                      </a:endParaRPr>
                    </a:p>
                    <a:p>
                      <a:pPr algn="ctr"/>
                      <a:endParaRPr lang="en-US" sz="1800" dirty="0"/>
                    </a:p>
                  </a:txBody>
                  <a:tcPr marL="0" marR="0" marT="2311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FBBF16"/>
                    </a:solidFill>
                  </a:tcPr>
                </a:tc>
                <a:tc>
                  <a:txBody>
                    <a:bodyPr/>
                    <a:lstStyle/>
                    <a:p>
                      <a:pPr algn="ctr">
                        <a:lnSpc>
                          <a:spcPct val="100000"/>
                        </a:lnSpc>
                        <a:spcBef>
                          <a:spcPts val="1820"/>
                        </a:spcBef>
                      </a:pPr>
                      <a:r>
                        <a:rPr lang="en-US" sz="1800" spc="85" dirty="0">
                          <a:solidFill>
                            <a:srgbClr val="202020"/>
                          </a:solidFill>
                          <a:latin typeface="Quicksand" panose="00000500000000000000" pitchFamily="2" charset="0"/>
                          <a:cs typeface="Tahoma"/>
                        </a:rPr>
                        <a:t>TABLE COL HEADER</a:t>
                      </a:r>
                      <a:endParaRPr sz="1800" dirty="0">
                        <a:latin typeface="Quicksand" panose="00000500000000000000" pitchFamily="2" charset="0"/>
                        <a:cs typeface="Tahoma"/>
                      </a:endParaRPr>
                    </a:p>
                  </a:txBody>
                  <a:tcPr marL="0" marR="0" marT="23114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FBBF16"/>
                    </a:solidFill>
                  </a:tcPr>
                </a:tc>
                <a:extLst>
                  <a:ext uri="{0D108BD9-81ED-4DB2-BD59-A6C34878D82A}">
                    <a16:rowId xmlns:a16="http://schemas.microsoft.com/office/drawing/2014/main" val="3737795366"/>
                  </a:ext>
                </a:extLst>
              </a:tr>
              <a:tr h="574040">
                <a:tc>
                  <a:txBody>
                    <a:bodyPr/>
                    <a:lstStyle/>
                    <a:p>
                      <a:pPr algn="ctr"/>
                      <a:r>
                        <a:rPr lang="en-US" sz="1800" dirty="0"/>
                        <a:t>TEXT</a:t>
                      </a: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tc>
                  <a:txBody>
                    <a:bodyPr/>
                    <a:lstStyle/>
                    <a:p>
                      <a:pPr algn="ctr">
                        <a:lnSpc>
                          <a:spcPct val="100000"/>
                        </a:lnSpc>
                        <a:spcBef>
                          <a:spcPts val="1235"/>
                        </a:spcBef>
                      </a:pPr>
                      <a:r>
                        <a:rPr lang="en-US" sz="1800" spc="-20" dirty="0">
                          <a:latin typeface="Quicksand" panose="00000500000000000000" pitchFamily="2" charset="0"/>
                          <a:cs typeface="Tahoma"/>
                        </a:rPr>
                        <a:t>VALUE</a:t>
                      </a:r>
                      <a:endParaRPr sz="1800" dirty="0">
                        <a:latin typeface="Quicksand" panose="00000500000000000000" pitchFamily="2" charset="0"/>
                        <a:cs typeface="Tahoma"/>
                      </a:endParaRP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extLst>
                  <a:ext uri="{0D108BD9-81ED-4DB2-BD59-A6C34878D82A}">
                    <a16:rowId xmlns:a16="http://schemas.microsoft.com/office/drawing/2014/main" val="443230163"/>
                  </a:ext>
                </a:extLst>
              </a:tr>
              <a:tr h="574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TEXT</a:t>
                      </a: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tc>
                  <a:txBody>
                    <a:bodyPr/>
                    <a:lstStyle/>
                    <a:p>
                      <a:pPr algn="ctr">
                        <a:lnSpc>
                          <a:spcPct val="100000"/>
                        </a:lnSpc>
                        <a:spcBef>
                          <a:spcPts val="1235"/>
                        </a:spcBef>
                      </a:pPr>
                      <a:r>
                        <a:rPr lang="en-US" sz="1800" spc="-25" dirty="0">
                          <a:latin typeface="Quicksand" panose="00000500000000000000" pitchFamily="2" charset="0"/>
                          <a:cs typeface="Tahoma"/>
                        </a:rPr>
                        <a:t>VALUE</a:t>
                      </a:r>
                      <a:endParaRPr sz="1800" dirty="0">
                        <a:latin typeface="Quicksand" panose="00000500000000000000" pitchFamily="2" charset="0"/>
                        <a:cs typeface="Tahoma"/>
                      </a:endParaRP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extLst>
                  <a:ext uri="{0D108BD9-81ED-4DB2-BD59-A6C34878D82A}">
                    <a16:rowId xmlns:a16="http://schemas.microsoft.com/office/drawing/2014/main" val="1453690133"/>
                  </a:ext>
                </a:extLst>
              </a:tr>
              <a:tr h="574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TEXT</a:t>
                      </a: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tc>
                  <a:txBody>
                    <a:bodyPr/>
                    <a:lstStyle/>
                    <a:p>
                      <a:pPr algn="ctr">
                        <a:lnSpc>
                          <a:spcPct val="100000"/>
                        </a:lnSpc>
                        <a:spcBef>
                          <a:spcPts val="1235"/>
                        </a:spcBef>
                      </a:pPr>
                      <a:r>
                        <a:rPr lang="en-US" sz="1800" spc="-25" dirty="0">
                          <a:latin typeface="Quicksand" panose="00000500000000000000" pitchFamily="2" charset="0"/>
                          <a:cs typeface="Tahoma"/>
                        </a:rPr>
                        <a:t>VALUE</a:t>
                      </a:r>
                      <a:endParaRPr sz="1800" dirty="0">
                        <a:latin typeface="Quicksand" panose="00000500000000000000" pitchFamily="2" charset="0"/>
                        <a:cs typeface="Tahoma"/>
                      </a:endParaRP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extLst>
                  <a:ext uri="{0D108BD9-81ED-4DB2-BD59-A6C34878D82A}">
                    <a16:rowId xmlns:a16="http://schemas.microsoft.com/office/drawing/2014/main" val="1428336312"/>
                  </a:ext>
                </a:extLst>
              </a:tr>
              <a:tr h="574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TEXT</a:t>
                      </a: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tc>
                  <a:txBody>
                    <a:bodyPr/>
                    <a:lstStyle/>
                    <a:p>
                      <a:pPr algn="ctr">
                        <a:lnSpc>
                          <a:spcPct val="100000"/>
                        </a:lnSpc>
                        <a:spcBef>
                          <a:spcPts val="1235"/>
                        </a:spcBef>
                      </a:pPr>
                      <a:r>
                        <a:rPr lang="en-US" sz="1800" spc="-25" dirty="0">
                          <a:latin typeface="Quicksand" panose="00000500000000000000" pitchFamily="2" charset="0"/>
                          <a:cs typeface="Tahoma"/>
                        </a:rPr>
                        <a:t>VALUE</a:t>
                      </a:r>
                      <a:endParaRPr sz="1800" dirty="0">
                        <a:latin typeface="Quicksand" panose="00000500000000000000" pitchFamily="2" charset="0"/>
                        <a:cs typeface="Tahoma"/>
                      </a:endParaRP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extLst>
                  <a:ext uri="{0D108BD9-81ED-4DB2-BD59-A6C34878D82A}">
                    <a16:rowId xmlns:a16="http://schemas.microsoft.com/office/drawing/2014/main" val="1054948104"/>
                  </a:ext>
                </a:extLst>
              </a:tr>
              <a:tr h="574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TEXT</a:t>
                      </a: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tc>
                  <a:txBody>
                    <a:bodyPr/>
                    <a:lstStyle/>
                    <a:p>
                      <a:pPr algn="ctr">
                        <a:lnSpc>
                          <a:spcPct val="100000"/>
                        </a:lnSpc>
                        <a:spcBef>
                          <a:spcPts val="1235"/>
                        </a:spcBef>
                      </a:pPr>
                      <a:r>
                        <a:rPr lang="en-US" sz="1800" spc="-90" dirty="0">
                          <a:latin typeface="Quicksand" panose="00000500000000000000" pitchFamily="2" charset="0"/>
                          <a:cs typeface="Tahoma"/>
                        </a:rPr>
                        <a:t>VALUE</a:t>
                      </a:r>
                      <a:endParaRPr sz="1800" dirty="0">
                        <a:latin typeface="Quicksand" panose="00000500000000000000" pitchFamily="2" charset="0"/>
                        <a:cs typeface="Tahoma"/>
                      </a:endParaRP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extLst>
                  <a:ext uri="{0D108BD9-81ED-4DB2-BD59-A6C34878D82A}">
                    <a16:rowId xmlns:a16="http://schemas.microsoft.com/office/drawing/2014/main" val="3487521853"/>
                  </a:ext>
                </a:extLst>
              </a:tr>
              <a:tr h="574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TEXT</a:t>
                      </a: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tc>
                  <a:txBody>
                    <a:bodyPr/>
                    <a:lstStyle/>
                    <a:p>
                      <a:pPr algn="ctr">
                        <a:lnSpc>
                          <a:spcPct val="100000"/>
                        </a:lnSpc>
                        <a:spcBef>
                          <a:spcPts val="1235"/>
                        </a:spcBef>
                      </a:pPr>
                      <a:r>
                        <a:rPr lang="en-US" sz="1800" spc="-55" dirty="0">
                          <a:latin typeface="Quicksand" panose="00000500000000000000" pitchFamily="2" charset="0"/>
                          <a:cs typeface="Tahoma"/>
                        </a:rPr>
                        <a:t>VALUE</a:t>
                      </a:r>
                      <a:endParaRPr sz="1800" dirty="0">
                        <a:latin typeface="Quicksand" panose="00000500000000000000" pitchFamily="2" charset="0"/>
                        <a:cs typeface="Tahoma"/>
                      </a:endParaRP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extLst>
                  <a:ext uri="{0D108BD9-81ED-4DB2-BD59-A6C34878D82A}">
                    <a16:rowId xmlns:a16="http://schemas.microsoft.com/office/drawing/2014/main" val="2129961249"/>
                  </a:ext>
                </a:extLst>
              </a:tr>
              <a:tr h="574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TEXT</a:t>
                      </a: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tc>
                  <a:txBody>
                    <a:bodyPr/>
                    <a:lstStyle/>
                    <a:p>
                      <a:pPr algn="ctr">
                        <a:lnSpc>
                          <a:spcPct val="100000"/>
                        </a:lnSpc>
                        <a:spcBef>
                          <a:spcPts val="1235"/>
                        </a:spcBef>
                      </a:pPr>
                      <a:r>
                        <a:rPr lang="en-US" sz="1800" spc="-55" dirty="0">
                          <a:latin typeface="Quicksand" panose="00000500000000000000" pitchFamily="2" charset="0"/>
                          <a:cs typeface="Tahoma"/>
                        </a:rPr>
                        <a:t>VALUE</a:t>
                      </a:r>
                      <a:endParaRPr sz="1800" dirty="0">
                        <a:latin typeface="Quicksand" panose="00000500000000000000" pitchFamily="2" charset="0"/>
                        <a:cs typeface="Tahoma"/>
                      </a:endParaRP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extLst>
                  <a:ext uri="{0D108BD9-81ED-4DB2-BD59-A6C34878D82A}">
                    <a16:rowId xmlns:a16="http://schemas.microsoft.com/office/drawing/2014/main" val="2157231600"/>
                  </a:ext>
                </a:extLst>
              </a:tr>
              <a:tr h="6651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TEXT</a:t>
                      </a: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tc>
                  <a:txBody>
                    <a:bodyPr/>
                    <a:lstStyle/>
                    <a:p>
                      <a:pPr algn="ctr">
                        <a:lnSpc>
                          <a:spcPct val="100000"/>
                        </a:lnSpc>
                        <a:spcBef>
                          <a:spcPts val="1235"/>
                        </a:spcBef>
                      </a:pPr>
                      <a:r>
                        <a:rPr lang="en-US" sz="1800" spc="-60" dirty="0">
                          <a:latin typeface="Quicksand" panose="00000500000000000000" pitchFamily="2" charset="0"/>
                          <a:cs typeface="Tahoma"/>
                        </a:rPr>
                        <a:t>VALUE</a:t>
                      </a:r>
                      <a:endParaRPr sz="1800" dirty="0">
                        <a:latin typeface="Quicksand" panose="00000500000000000000" pitchFamily="2" charset="0"/>
                        <a:cs typeface="Tahoma"/>
                      </a:endParaRP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extLst>
                  <a:ext uri="{0D108BD9-81ED-4DB2-BD59-A6C34878D82A}">
                    <a16:rowId xmlns:a16="http://schemas.microsoft.com/office/drawing/2014/main" val="640840550"/>
                  </a:ext>
                </a:extLst>
              </a:tr>
              <a:tr h="574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TEXT</a:t>
                      </a: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tc>
                  <a:txBody>
                    <a:bodyPr/>
                    <a:lstStyle/>
                    <a:p>
                      <a:pPr algn="ctr">
                        <a:lnSpc>
                          <a:spcPct val="100000"/>
                        </a:lnSpc>
                        <a:spcBef>
                          <a:spcPts val="1235"/>
                        </a:spcBef>
                      </a:pPr>
                      <a:r>
                        <a:rPr lang="en-US" sz="1800" spc="-120" dirty="0">
                          <a:latin typeface="Quicksand" panose="00000500000000000000" pitchFamily="2" charset="0"/>
                          <a:cs typeface="Tahoma"/>
                        </a:rPr>
                        <a:t>VALUE</a:t>
                      </a:r>
                      <a:endParaRPr sz="1800" dirty="0">
                        <a:latin typeface="Quicksand" panose="00000500000000000000" pitchFamily="2" charset="0"/>
                        <a:cs typeface="Tahoma"/>
                      </a:endParaRP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extLst>
                  <a:ext uri="{0D108BD9-81ED-4DB2-BD59-A6C34878D82A}">
                    <a16:rowId xmlns:a16="http://schemas.microsoft.com/office/drawing/2014/main" val="599448425"/>
                  </a:ext>
                </a:extLst>
              </a:tr>
              <a:tr h="574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TEXT</a:t>
                      </a: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tc>
                  <a:txBody>
                    <a:bodyPr/>
                    <a:lstStyle/>
                    <a:p>
                      <a:pPr algn="ctr">
                        <a:lnSpc>
                          <a:spcPct val="100000"/>
                        </a:lnSpc>
                        <a:spcBef>
                          <a:spcPts val="1235"/>
                        </a:spcBef>
                      </a:pPr>
                      <a:r>
                        <a:rPr lang="en-US" sz="1800" spc="-60" dirty="0">
                          <a:latin typeface="Quicksand" panose="00000500000000000000" pitchFamily="2" charset="0"/>
                          <a:cs typeface="Tahoma"/>
                        </a:rPr>
                        <a:t>VALUE</a:t>
                      </a:r>
                      <a:endParaRPr sz="1800" dirty="0">
                        <a:latin typeface="Quicksand" panose="00000500000000000000" pitchFamily="2" charset="0"/>
                        <a:cs typeface="Tahoma"/>
                      </a:endParaRPr>
                    </a:p>
                  </a:txBody>
                  <a:tcPr marL="0" marR="0" marT="156845"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solidFill>
                      <a:srgbClr val="202020">
                        <a:alpha val="5000"/>
                      </a:srgbClr>
                    </a:solidFill>
                  </a:tcPr>
                </a:tc>
                <a:extLst>
                  <a:ext uri="{0D108BD9-81ED-4DB2-BD59-A6C34878D82A}">
                    <a16:rowId xmlns:a16="http://schemas.microsoft.com/office/drawing/2014/main" val="167558618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61826-93A4-2E63-A515-353CFEB83B17}"/>
            </a:ext>
          </a:extLst>
        </p:cNvPr>
        <p:cNvGrpSpPr/>
        <p:nvPr/>
      </p:nvGrpSpPr>
      <p:grpSpPr>
        <a:xfrm>
          <a:off x="0" y="0"/>
          <a:ext cx="0" cy="0"/>
          <a:chOff x="0" y="0"/>
          <a:chExt cx="0" cy="0"/>
        </a:xfrm>
      </p:grpSpPr>
      <p:pic>
        <p:nvPicPr>
          <p:cNvPr id="1556" name="Picture 1555">
            <a:extLst>
              <a:ext uri="{FF2B5EF4-FFF2-40B4-BE49-F238E27FC236}">
                <a16:creationId xmlns:a16="http://schemas.microsoft.com/office/drawing/2014/main" id="{C0FB1474-6367-CC41-A2C0-D73C3C2F604E}"/>
              </a:ext>
            </a:extLst>
          </p:cNvPr>
          <p:cNvPicPr/>
          <p:nvPr/>
        </p:nvPicPr>
        <p:blipFill>
          <a:blip r:embed="rId3"/>
          <a:stretch/>
        </p:blipFill>
        <p:spPr>
          <a:xfrm>
            <a:off x="22145400" y="915120"/>
            <a:ext cx="1171440" cy="1181880"/>
          </a:xfrm>
          <a:prstGeom prst="rect">
            <a:avLst/>
          </a:prstGeom>
          <a:ln w="0">
            <a:noFill/>
          </a:ln>
        </p:spPr>
      </p:pic>
      <p:sp>
        <p:nvSpPr>
          <p:cNvPr id="1557" name="TextBox 1556">
            <a:extLst>
              <a:ext uri="{FF2B5EF4-FFF2-40B4-BE49-F238E27FC236}">
                <a16:creationId xmlns:a16="http://schemas.microsoft.com/office/drawing/2014/main" id="{B8C9254B-A76D-368D-EAD3-23E7F593FAF0}"/>
              </a:ext>
            </a:extLst>
          </p:cNvPr>
          <p:cNvSpPr txBox="1"/>
          <p:nvPr/>
        </p:nvSpPr>
        <p:spPr>
          <a:xfrm>
            <a:off x="1066680" y="1144080"/>
            <a:ext cx="5750640" cy="532440"/>
          </a:xfrm>
          <a:prstGeom prst="rect">
            <a:avLst/>
          </a:prstGeom>
          <a:noFill/>
          <a:ln w="0">
            <a:noFill/>
          </a:ln>
        </p:spPr>
        <p:txBody>
          <a:bodyPr lIns="0" tIns="0" rIns="0" bIns="0" anchor="t">
            <a:noAutofit/>
          </a:bodyPr>
          <a:lstStyle/>
          <a:p>
            <a:r>
              <a:rPr lang="en-US" sz="3600" b="0" strike="noStrike" spc="-1">
                <a:solidFill>
                  <a:srgbClr val="212121"/>
                </a:solidFill>
                <a:latin typeface="Rajdhani"/>
                <a:ea typeface="Rajdhani"/>
              </a:rPr>
              <a:t>[STRATEGY NAME]</a:t>
            </a:r>
            <a:endParaRPr lang="en-US" sz="3600" b="0" strike="noStrike" spc="-1">
              <a:solidFill>
                <a:srgbClr val="000000"/>
              </a:solidFill>
              <a:latin typeface="Quicksand"/>
            </a:endParaRPr>
          </a:p>
        </p:txBody>
      </p:sp>
      <p:sp>
        <p:nvSpPr>
          <p:cNvPr id="1590" name="TextBox 1589">
            <a:extLst>
              <a:ext uri="{FF2B5EF4-FFF2-40B4-BE49-F238E27FC236}">
                <a16:creationId xmlns:a16="http://schemas.microsoft.com/office/drawing/2014/main" id="{54EA7C6D-1E11-55BB-D746-B8667E0A57B4}"/>
              </a:ext>
            </a:extLst>
          </p:cNvPr>
          <p:cNvSpPr txBox="1"/>
          <p:nvPr/>
        </p:nvSpPr>
        <p:spPr>
          <a:xfrm>
            <a:off x="482601" y="2476800"/>
            <a:ext cx="23705079" cy="887400"/>
          </a:xfrm>
          <a:prstGeom prst="rect">
            <a:avLst/>
          </a:prstGeom>
          <a:noFill/>
          <a:ln w="0">
            <a:noFill/>
          </a:ln>
        </p:spPr>
        <p:txBody>
          <a:bodyPr lIns="0" tIns="0" rIns="0" bIns="0" anchor="t">
            <a:noAutofit/>
          </a:bodyPr>
          <a:lstStyle/>
          <a:p>
            <a:r>
              <a:rPr lang="en-US" sz="6000" b="0" strike="noStrike" spc="-1" dirty="0">
                <a:solidFill>
                  <a:srgbClr val="212121"/>
                </a:solidFill>
                <a:latin typeface="Rajdhani"/>
                <a:ea typeface="Rajdhani"/>
              </a:rPr>
              <a:t>[SLIDE HEADLINE: e.g. IF YOU WANT THE S&amp;P 500, JUST BUY THE S&amp;P 500!]</a:t>
            </a:r>
            <a:endParaRPr lang="en-US" sz="6000" b="0" strike="noStrike" spc="-1" dirty="0">
              <a:solidFill>
                <a:srgbClr val="000000"/>
              </a:solidFill>
              <a:latin typeface="Quicksand"/>
            </a:endParaRPr>
          </a:p>
        </p:txBody>
      </p:sp>
      <p:graphicFrame>
        <p:nvGraphicFramePr>
          <p:cNvPr id="7" name="object 6">
            <a:extLst>
              <a:ext uri="{FF2B5EF4-FFF2-40B4-BE49-F238E27FC236}">
                <a16:creationId xmlns:a16="http://schemas.microsoft.com/office/drawing/2014/main" id="{E6CB2B24-90C4-6805-A0C3-1BFABE957BF5}"/>
              </a:ext>
            </a:extLst>
          </p:cNvPr>
          <p:cNvGraphicFramePr>
            <a:graphicFrameLocks noGrp="1"/>
          </p:cNvGraphicFramePr>
          <p:nvPr>
            <p:extLst>
              <p:ext uri="{D42A27DB-BD31-4B8C-83A1-F6EECF244321}">
                <p14:modId xmlns:p14="http://schemas.microsoft.com/office/powerpoint/2010/main" val="103415022"/>
              </p:ext>
            </p:extLst>
          </p:nvPr>
        </p:nvGraphicFramePr>
        <p:xfrm>
          <a:off x="4483100" y="4330894"/>
          <a:ext cx="15417799" cy="5791005"/>
        </p:xfrm>
        <a:graphic>
          <a:graphicData uri="http://schemas.openxmlformats.org/drawingml/2006/table">
            <a:tbl>
              <a:tblPr firstRow="1" bandRow="1">
                <a:tableStyleId>{2D5ABB26-0587-4C30-8999-92F81FD0307C}</a:tableStyleId>
              </a:tblPr>
              <a:tblGrid>
                <a:gridCol w="10238792">
                  <a:extLst>
                    <a:ext uri="{9D8B030D-6E8A-4147-A177-3AD203B41FA5}">
                      <a16:colId xmlns:a16="http://schemas.microsoft.com/office/drawing/2014/main" val="20000"/>
                    </a:ext>
                  </a:extLst>
                </a:gridCol>
                <a:gridCol w="5179007">
                  <a:extLst>
                    <a:ext uri="{9D8B030D-6E8A-4147-A177-3AD203B41FA5}">
                      <a16:colId xmlns:a16="http://schemas.microsoft.com/office/drawing/2014/main" val="20001"/>
                    </a:ext>
                  </a:extLst>
                </a:gridCol>
              </a:tblGrid>
              <a:tr h="1258377">
                <a:tc gridSpan="2">
                  <a:txBody>
                    <a:bodyPr/>
                    <a:lstStyle/>
                    <a:p>
                      <a:pPr marL="180975" marR="0" lvl="0" indent="0" defTabSz="914400" eaLnBrk="1" fontAlgn="auto" latinLnBrk="0" hangingPunct="1">
                        <a:lnSpc>
                          <a:spcPct val="100000"/>
                        </a:lnSpc>
                        <a:spcBef>
                          <a:spcPts val="1865"/>
                        </a:spcBef>
                        <a:spcAft>
                          <a:spcPts val="0"/>
                        </a:spcAft>
                        <a:buClrTx/>
                        <a:buSzTx/>
                        <a:buFontTx/>
                        <a:buNone/>
                        <a:tabLst/>
                        <a:defRPr/>
                      </a:pPr>
                      <a:r>
                        <a:rPr lang="en-US" sz="3200" b="1" strike="noStrike" spc="-1" dirty="0">
                          <a:solidFill>
                            <a:srgbClr val="212121"/>
                          </a:solidFill>
                          <a:latin typeface="Rajdhani"/>
                          <a:ea typeface="Rajdhani"/>
                        </a:rPr>
                        <a:t>[TABLE TITLE: e.g. RISK STATISTICS]</a:t>
                      </a:r>
                      <a:endParaRPr lang="en-US" sz="3200" b="0" strike="noStrike" spc="-1" dirty="0">
                        <a:solidFill>
                          <a:srgbClr val="000000"/>
                        </a:solidFill>
                        <a:latin typeface="Quicksand"/>
                      </a:endParaRPr>
                    </a:p>
                  </a:txBody>
                  <a:tcPr marL="0" marR="0" marT="236855" marB="0">
                    <a:lnL w="57150">
                      <a:solidFill>
                        <a:srgbClr val="FFFFFF"/>
                      </a:solidFill>
                      <a:prstDash val="solid"/>
                    </a:lnL>
                    <a:lnR w="57150">
                      <a:solidFill>
                        <a:srgbClr val="FFFFFF"/>
                      </a:solidFill>
                      <a:prstDash val="solid"/>
                    </a:lnR>
                    <a:lnT w="57150">
                      <a:solidFill>
                        <a:srgbClr val="FFFFFF"/>
                      </a:solidFill>
                      <a:prstDash val="solid"/>
                    </a:lnT>
                    <a:lnB w="57150">
                      <a:solidFill>
                        <a:srgbClr val="FFFFFF"/>
                      </a:solidFill>
                      <a:prstDash val="solid"/>
                    </a:lnB>
                    <a:solidFill>
                      <a:srgbClr val="FDC00F"/>
                    </a:solidFill>
                  </a:tcPr>
                </a:tc>
                <a:tc hMerge="1">
                  <a:txBody>
                    <a:bodyPr/>
                    <a:lstStyle/>
                    <a:p>
                      <a:endParaRPr/>
                    </a:p>
                  </a:txBody>
                  <a:tcPr marL="0" marR="0" marT="0" marB="0"/>
                </a:tc>
                <a:extLst>
                  <a:ext uri="{0D108BD9-81ED-4DB2-BD59-A6C34878D82A}">
                    <a16:rowId xmlns:a16="http://schemas.microsoft.com/office/drawing/2014/main" val="10000"/>
                  </a:ext>
                </a:extLst>
              </a:tr>
              <a:tr h="1133157">
                <a:tc>
                  <a:txBody>
                    <a:bodyPr/>
                    <a:lstStyle/>
                    <a:p>
                      <a:pPr>
                        <a:lnSpc>
                          <a:spcPct val="100000"/>
                        </a:lnSpc>
                      </a:pPr>
                      <a:endParaRPr sz="2700" dirty="0">
                        <a:latin typeface="Quicksand" panose="00000500000000000000" pitchFamily="2" charset="0"/>
                        <a:cs typeface="Times New Roman"/>
                      </a:endParaRPr>
                    </a:p>
                  </a:txBody>
                  <a:tcPr marL="0" marR="0" marT="0" marB="0">
                    <a:lnL w="57150">
                      <a:solidFill>
                        <a:srgbClr val="FFFFFF"/>
                      </a:solidFill>
                      <a:prstDash val="solid"/>
                    </a:lnL>
                    <a:lnR w="57150">
                      <a:solidFill>
                        <a:srgbClr val="FFFFFF"/>
                      </a:solidFill>
                      <a:prstDash val="solid"/>
                    </a:lnR>
                    <a:lnT w="57150">
                      <a:solidFill>
                        <a:srgbClr val="FFFFFF"/>
                      </a:solidFill>
                      <a:prstDash val="solid"/>
                    </a:lnT>
                    <a:lnB w="57150">
                      <a:solidFill>
                        <a:srgbClr val="FFFFFF"/>
                      </a:solidFill>
                      <a:prstDash val="solid"/>
                    </a:lnB>
                    <a:solidFill>
                      <a:srgbClr val="202020">
                        <a:alpha val="5000"/>
                      </a:srgbClr>
                    </a:solidFill>
                  </a:tcPr>
                </a:tc>
                <a:tc>
                  <a:txBody>
                    <a:bodyPr/>
                    <a:lstStyle/>
                    <a:p>
                      <a:pPr algn="ctr">
                        <a:lnSpc>
                          <a:spcPct val="100000"/>
                        </a:lnSpc>
                        <a:spcBef>
                          <a:spcPts val="1620"/>
                        </a:spcBef>
                      </a:pPr>
                      <a:r>
                        <a:rPr sz="3200" spc="70" dirty="0">
                          <a:solidFill>
                            <a:srgbClr val="202020"/>
                          </a:solidFill>
                          <a:latin typeface="Quicksand" panose="00000500000000000000" pitchFamily="2" charset="0"/>
                          <a:cs typeface="Tahoma"/>
                        </a:rPr>
                        <a:t>NET</a:t>
                      </a:r>
                      <a:endParaRPr sz="3200" dirty="0">
                        <a:latin typeface="Quicksand" panose="00000500000000000000" pitchFamily="2" charset="0"/>
                        <a:cs typeface="Tahoma"/>
                      </a:endParaRPr>
                    </a:p>
                  </a:txBody>
                  <a:tcPr marL="0" marR="0" marT="205740" marB="0">
                    <a:lnL w="57150">
                      <a:solidFill>
                        <a:srgbClr val="FFFFFF"/>
                      </a:solidFill>
                      <a:prstDash val="solid"/>
                    </a:lnL>
                    <a:lnR w="57150">
                      <a:solidFill>
                        <a:srgbClr val="FFFFFF"/>
                      </a:solidFill>
                      <a:prstDash val="solid"/>
                    </a:lnR>
                    <a:lnT w="57150">
                      <a:solidFill>
                        <a:srgbClr val="FFFFFF"/>
                      </a:solidFill>
                      <a:prstDash val="solid"/>
                    </a:lnT>
                    <a:lnB w="57150">
                      <a:solidFill>
                        <a:srgbClr val="FFFFFF"/>
                      </a:solidFill>
                      <a:prstDash val="solid"/>
                    </a:lnB>
                    <a:solidFill>
                      <a:srgbClr val="D3D3D2"/>
                    </a:solidFill>
                  </a:tcPr>
                </a:tc>
                <a:extLst>
                  <a:ext uri="{0D108BD9-81ED-4DB2-BD59-A6C34878D82A}">
                    <a16:rowId xmlns:a16="http://schemas.microsoft.com/office/drawing/2014/main" val="10001"/>
                  </a:ext>
                </a:extLst>
              </a:tr>
              <a:tr h="1133157">
                <a:tc>
                  <a:txBody>
                    <a:bodyPr/>
                    <a:lstStyle/>
                    <a:p>
                      <a:r>
                        <a:rPr lang="en-US" sz="3200" b="0" strike="noStrike" spc="-1" dirty="0">
                          <a:solidFill>
                            <a:srgbClr val="212121"/>
                          </a:solidFill>
                          <a:latin typeface="Quicksand" panose="00000500000000000000" pitchFamily="2" charset="0"/>
                          <a:ea typeface="Quicksand"/>
                        </a:rPr>
                        <a:t>[STAT LABEL 1]</a:t>
                      </a:r>
                      <a:endParaRPr lang="en-US" sz="3200" b="0" strike="noStrike" spc="-1" dirty="0">
                        <a:solidFill>
                          <a:srgbClr val="000000"/>
                        </a:solidFill>
                        <a:latin typeface="Quicksand" panose="00000500000000000000" pitchFamily="2" charset="0"/>
                      </a:endParaRPr>
                    </a:p>
                  </a:txBody>
                  <a:tcPr marL="0" marR="0" marT="205740" marB="0">
                    <a:lnL w="57150">
                      <a:solidFill>
                        <a:srgbClr val="FFFFFF"/>
                      </a:solidFill>
                      <a:prstDash val="solid"/>
                    </a:lnL>
                    <a:lnR w="57150">
                      <a:solidFill>
                        <a:srgbClr val="FFFFFF"/>
                      </a:solidFill>
                      <a:prstDash val="solid"/>
                    </a:lnR>
                    <a:lnT w="57150">
                      <a:solidFill>
                        <a:srgbClr val="FFFFFF"/>
                      </a:solidFill>
                      <a:prstDash val="solid"/>
                    </a:lnT>
                    <a:lnB w="57150">
                      <a:solidFill>
                        <a:srgbClr val="FFFFFF"/>
                      </a:solidFill>
                      <a:prstDash val="solid"/>
                    </a:lnB>
                    <a:solidFill>
                      <a:srgbClr val="E4E6E7"/>
                    </a:solidFill>
                  </a:tcPr>
                </a:tc>
                <a:tc>
                  <a:txBody>
                    <a:bodyPr/>
                    <a:lstStyle/>
                    <a:p>
                      <a:pPr algn="ctr">
                        <a:lnSpc>
                          <a:spcPct val="100000"/>
                        </a:lnSpc>
                        <a:spcBef>
                          <a:spcPts val="1620"/>
                        </a:spcBef>
                      </a:pPr>
                      <a:r>
                        <a:rPr lang="en-US" sz="3200" dirty="0">
                          <a:solidFill>
                            <a:srgbClr val="202020"/>
                          </a:solidFill>
                          <a:latin typeface="Quicksand" panose="00000500000000000000" pitchFamily="2" charset="0"/>
                          <a:cs typeface="Tahoma"/>
                        </a:rPr>
                        <a:t>VALUE</a:t>
                      </a:r>
                      <a:endParaRPr sz="3200" dirty="0">
                        <a:latin typeface="Quicksand" panose="00000500000000000000" pitchFamily="2" charset="0"/>
                        <a:cs typeface="Tahoma"/>
                      </a:endParaRPr>
                    </a:p>
                  </a:txBody>
                  <a:tcPr marL="0" marR="0" marT="205740" marB="0">
                    <a:lnL w="57150">
                      <a:solidFill>
                        <a:srgbClr val="FFFFFF"/>
                      </a:solidFill>
                      <a:prstDash val="solid"/>
                    </a:lnL>
                    <a:lnR w="57150">
                      <a:solidFill>
                        <a:srgbClr val="FFFFFF"/>
                      </a:solidFill>
                      <a:prstDash val="solid"/>
                    </a:lnR>
                    <a:lnT w="57150">
                      <a:solidFill>
                        <a:srgbClr val="FFFFFF"/>
                      </a:solidFill>
                      <a:prstDash val="solid"/>
                    </a:lnT>
                    <a:lnB w="57150">
                      <a:solidFill>
                        <a:srgbClr val="FFFFFF"/>
                      </a:solidFill>
                      <a:prstDash val="solid"/>
                    </a:lnB>
                    <a:solidFill>
                      <a:srgbClr val="E4E6E7"/>
                    </a:solidFill>
                  </a:tcPr>
                </a:tc>
                <a:extLst>
                  <a:ext uri="{0D108BD9-81ED-4DB2-BD59-A6C34878D82A}">
                    <a16:rowId xmlns:a16="http://schemas.microsoft.com/office/drawing/2014/main" val="10002"/>
                  </a:ext>
                </a:extLst>
              </a:tr>
              <a:tr h="1133157">
                <a:tc>
                  <a:txBody>
                    <a:bodyPr/>
                    <a:lstStyle/>
                    <a:p>
                      <a:r>
                        <a:rPr lang="en-US" sz="3200" b="0" strike="noStrike" spc="-1" dirty="0">
                          <a:solidFill>
                            <a:srgbClr val="212121"/>
                          </a:solidFill>
                          <a:latin typeface="Quicksand" panose="00000500000000000000" pitchFamily="2" charset="0"/>
                          <a:ea typeface="Quicksand"/>
                        </a:rPr>
                        <a:t>[STAT LABEL 2]</a:t>
                      </a:r>
                      <a:endParaRPr lang="en-US" sz="3200" b="0" strike="noStrike" spc="-1" dirty="0">
                        <a:solidFill>
                          <a:srgbClr val="000000"/>
                        </a:solidFill>
                        <a:latin typeface="Quicksand" panose="00000500000000000000" pitchFamily="2" charset="0"/>
                      </a:endParaRPr>
                    </a:p>
                  </a:txBody>
                  <a:tcPr marL="0" marR="0" marT="205740" marB="0">
                    <a:lnL w="57150">
                      <a:solidFill>
                        <a:srgbClr val="FFFFFF"/>
                      </a:solidFill>
                      <a:prstDash val="solid"/>
                    </a:lnL>
                    <a:lnR w="57150">
                      <a:solidFill>
                        <a:srgbClr val="FFFFFF"/>
                      </a:solidFill>
                      <a:prstDash val="solid"/>
                    </a:lnR>
                    <a:lnT w="57150">
                      <a:solidFill>
                        <a:srgbClr val="FFFFFF"/>
                      </a:solidFill>
                      <a:prstDash val="solid"/>
                    </a:lnT>
                    <a:lnB w="57150">
                      <a:solidFill>
                        <a:srgbClr val="FFFFFF"/>
                      </a:solidFill>
                      <a:prstDash val="solid"/>
                    </a:lnB>
                    <a:solidFill>
                      <a:srgbClr val="D3D3D2"/>
                    </a:solidFill>
                  </a:tcPr>
                </a:tc>
                <a:tc>
                  <a:txBody>
                    <a:bodyPr/>
                    <a:lstStyle/>
                    <a:p>
                      <a:pPr marR="4445" algn="ctr">
                        <a:lnSpc>
                          <a:spcPct val="100000"/>
                        </a:lnSpc>
                        <a:spcBef>
                          <a:spcPts val="1620"/>
                        </a:spcBef>
                      </a:pPr>
                      <a:r>
                        <a:rPr lang="en-US" sz="3200" spc="-20" dirty="0">
                          <a:solidFill>
                            <a:srgbClr val="202020"/>
                          </a:solidFill>
                          <a:latin typeface="Quicksand" panose="00000500000000000000" pitchFamily="2" charset="0"/>
                          <a:cs typeface="Tahoma"/>
                        </a:rPr>
                        <a:t>VALUE</a:t>
                      </a:r>
                      <a:endParaRPr sz="3200" dirty="0">
                        <a:latin typeface="Quicksand" panose="00000500000000000000" pitchFamily="2" charset="0"/>
                        <a:cs typeface="Tahoma"/>
                      </a:endParaRPr>
                    </a:p>
                  </a:txBody>
                  <a:tcPr marL="0" marR="0" marT="205740" marB="0">
                    <a:lnL w="57150">
                      <a:solidFill>
                        <a:srgbClr val="FFFFFF"/>
                      </a:solidFill>
                      <a:prstDash val="solid"/>
                    </a:lnL>
                    <a:lnR w="57150">
                      <a:solidFill>
                        <a:srgbClr val="FFFFFF"/>
                      </a:solidFill>
                      <a:prstDash val="solid"/>
                    </a:lnR>
                    <a:lnT w="57150">
                      <a:solidFill>
                        <a:srgbClr val="FFFFFF"/>
                      </a:solidFill>
                      <a:prstDash val="solid"/>
                    </a:lnT>
                    <a:lnB w="57150">
                      <a:solidFill>
                        <a:srgbClr val="FFFFFF"/>
                      </a:solidFill>
                      <a:prstDash val="solid"/>
                    </a:lnB>
                    <a:solidFill>
                      <a:srgbClr val="D3D3D2"/>
                    </a:solidFill>
                  </a:tcPr>
                </a:tc>
                <a:extLst>
                  <a:ext uri="{0D108BD9-81ED-4DB2-BD59-A6C34878D82A}">
                    <a16:rowId xmlns:a16="http://schemas.microsoft.com/office/drawing/2014/main" val="10003"/>
                  </a:ext>
                </a:extLst>
              </a:tr>
              <a:tr h="1133157">
                <a:tc>
                  <a:txBody>
                    <a:bodyPr/>
                    <a:lstStyle/>
                    <a:p>
                      <a:r>
                        <a:rPr lang="en-US" sz="3200" b="0" strike="noStrike" spc="-1" dirty="0">
                          <a:solidFill>
                            <a:srgbClr val="212121"/>
                          </a:solidFill>
                          <a:latin typeface="Quicksand" panose="00000500000000000000" pitchFamily="2" charset="0"/>
                          <a:ea typeface="Quicksand"/>
                        </a:rPr>
                        <a:t>[STAT LABEL 3]</a:t>
                      </a:r>
                      <a:endParaRPr lang="en-US" sz="3200" b="0" strike="noStrike" spc="-1" dirty="0">
                        <a:solidFill>
                          <a:srgbClr val="000000"/>
                        </a:solidFill>
                        <a:latin typeface="Quicksand" panose="00000500000000000000" pitchFamily="2" charset="0"/>
                      </a:endParaRPr>
                    </a:p>
                  </a:txBody>
                  <a:tcPr marL="0" marR="0" marT="205740" marB="0">
                    <a:lnL w="57150">
                      <a:solidFill>
                        <a:srgbClr val="FFFFFF"/>
                      </a:solidFill>
                      <a:prstDash val="solid"/>
                    </a:lnL>
                    <a:lnR w="57150">
                      <a:solidFill>
                        <a:srgbClr val="FFFFFF"/>
                      </a:solidFill>
                      <a:prstDash val="solid"/>
                    </a:lnR>
                    <a:lnT w="57150">
                      <a:solidFill>
                        <a:srgbClr val="FFFFFF"/>
                      </a:solidFill>
                      <a:prstDash val="solid"/>
                    </a:lnT>
                    <a:lnB w="57150">
                      <a:solidFill>
                        <a:srgbClr val="FFFFFF"/>
                      </a:solidFill>
                      <a:prstDash val="solid"/>
                    </a:lnB>
                    <a:solidFill>
                      <a:srgbClr val="E4E6E7"/>
                    </a:solidFill>
                  </a:tcPr>
                </a:tc>
                <a:tc>
                  <a:txBody>
                    <a:bodyPr/>
                    <a:lstStyle/>
                    <a:p>
                      <a:pPr algn="ctr">
                        <a:lnSpc>
                          <a:spcPct val="100000"/>
                        </a:lnSpc>
                        <a:spcBef>
                          <a:spcPts val="1620"/>
                        </a:spcBef>
                      </a:pPr>
                      <a:r>
                        <a:rPr lang="en-US" sz="3200" spc="-20" dirty="0">
                          <a:solidFill>
                            <a:srgbClr val="202020"/>
                          </a:solidFill>
                          <a:latin typeface="Quicksand" panose="00000500000000000000" pitchFamily="2" charset="0"/>
                          <a:cs typeface="Tahoma"/>
                        </a:rPr>
                        <a:t>VALUE</a:t>
                      </a:r>
                      <a:endParaRPr sz="3200" dirty="0">
                        <a:latin typeface="Quicksand" panose="00000500000000000000" pitchFamily="2" charset="0"/>
                        <a:cs typeface="Tahoma"/>
                      </a:endParaRPr>
                    </a:p>
                  </a:txBody>
                  <a:tcPr marL="0" marR="0" marT="205740" marB="0">
                    <a:lnL w="57150">
                      <a:solidFill>
                        <a:srgbClr val="FFFFFF"/>
                      </a:solidFill>
                      <a:prstDash val="solid"/>
                    </a:lnL>
                    <a:lnR w="57150">
                      <a:solidFill>
                        <a:srgbClr val="FFFFFF"/>
                      </a:solidFill>
                      <a:prstDash val="solid"/>
                    </a:lnR>
                    <a:lnT w="57150">
                      <a:solidFill>
                        <a:srgbClr val="FFFFFF"/>
                      </a:solidFill>
                      <a:prstDash val="solid"/>
                    </a:lnT>
                    <a:lnB w="57150">
                      <a:solidFill>
                        <a:srgbClr val="FFFFFF"/>
                      </a:solidFill>
                      <a:prstDash val="solid"/>
                    </a:lnB>
                    <a:solidFill>
                      <a:srgbClr val="E4E6E7"/>
                    </a:solidFill>
                  </a:tcPr>
                </a:tc>
                <a:extLst>
                  <a:ext uri="{0D108BD9-81ED-4DB2-BD59-A6C34878D82A}">
                    <a16:rowId xmlns:a16="http://schemas.microsoft.com/office/drawing/2014/main" val="10004"/>
                  </a:ext>
                </a:extLst>
              </a:tr>
            </a:tbl>
          </a:graphicData>
        </a:graphic>
      </p:graphicFrame>
      <p:sp>
        <p:nvSpPr>
          <p:cNvPr id="8" name="object 7">
            <a:extLst>
              <a:ext uri="{FF2B5EF4-FFF2-40B4-BE49-F238E27FC236}">
                <a16:creationId xmlns:a16="http://schemas.microsoft.com/office/drawing/2014/main" id="{0F82162E-D2EC-6E0D-76E7-9D6EE306EA71}"/>
              </a:ext>
            </a:extLst>
          </p:cNvPr>
          <p:cNvSpPr txBox="1"/>
          <p:nvPr/>
        </p:nvSpPr>
        <p:spPr>
          <a:xfrm>
            <a:off x="8483786" y="11390450"/>
            <a:ext cx="6239510" cy="361637"/>
          </a:xfrm>
          <a:prstGeom prst="rect">
            <a:avLst/>
          </a:prstGeom>
        </p:spPr>
        <p:txBody>
          <a:bodyPr vert="horz" wrap="square" lIns="0" tIns="106680" rIns="0" bIns="0" rtlCol="0">
            <a:spAutoFit/>
          </a:bodyPr>
          <a:lstStyle/>
          <a:p>
            <a:pPr algn="ctr">
              <a:lnSpc>
                <a:spcPct val="100000"/>
              </a:lnSpc>
              <a:spcBef>
                <a:spcPts val="840"/>
              </a:spcBef>
            </a:pPr>
            <a:r>
              <a:rPr lang="en-US" sz="1650" dirty="0">
                <a:latin typeface="Tahoma"/>
                <a:cs typeface="Tahoma"/>
              </a:rPr>
              <a:t>[INSERT DISCLAIMER]</a:t>
            </a:r>
            <a:endParaRPr sz="1650" dirty="0">
              <a:latin typeface="Tahoma"/>
              <a:cs typeface="Tahoma"/>
            </a:endParaRPr>
          </a:p>
        </p:txBody>
      </p:sp>
    </p:spTree>
    <p:extLst>
      <p:ext uri="{BB962C8B-B14F-4D97-AF65-F5344CB8AC3E}">
        <p14:creationId xmlns:p14="http://schemas.microsoft.com/office/powerpoint/2010/main" val="621147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52525"/>
        </a:solidFill>
        <a:effectLst/>
      </p:bgPr>
    </p:bg>
    <p:spTree>
      <p:nvGrpSpPr>
        <p:cNvPr id="1" name=""/>
        <p:cNvGrpSpPr/>
        <p:nvPr/>
      </p:nvGrpSpPr>
      <p:grpSpPr>
        <a:xfrm>
          <a:off x="0" y="0"/>
          <a:ext cx="0" cy="0"/>
          <a:chOff x="0" y="0"/>
          <a:chExt cx="0" cy="0"/>
        </a:xfrm>
      </p:grpSpPr>
      <p:pic>
        <p:nvPicPr>
          <p:cNvPr id="1602" name="Picture 1601"/>
          <p:cNvPicPr/>
          <p:nvPr/>
        </p:nvPicPr>
        <p:blipFill>
          <a:blip r:embed="rId2"/>
          <a:stretch/>
        </p:blipFill>
        <p:spPr>
          <a:xfrm>
            <a:off x="22145400" y="915120"/>
            <a:ext cx="1171440" cy="1181880"/>
          </a:xfrm>
          <a:prstGeom prst="rect">
            <a:avLst/>
          </a:prstGeom>
          <a:ln w="0">
            <a:noFill/>
          </a:ln>
        </p:spPr>
      </p:pic>
      <p:sp>
        <p:nvSpPr>
          <p:cNvPr id="1603" name="TextBox 1602"/>
          <p:cNvSpPr txBox="1"/>
          <p:nvPr/>
        </p:nvSpPr>
        <p:spPr>
          <a:xfrm>
            <a:off x="1892300" y="2551840"/>
            <a:ext cx="21577300" cy="887400"/>
          </a:xfrm>
          <a:prstGeom prst="rect">
            <a:avLst/>
          </a:prstGeom>
          <a:noFill/>
          <a:ln w="0">
            <a:noFill/>
          </a:ln>
        </p:spPr>
        <p:txBody>
          <a:bodyPr lIns="0" tIns="0" rIns="0" bIns="0" anchor="t">
            <a:noAutofit/>
          </a:bodyPr>
          <a:lstStyle/>
          <a:p>
            <a:r>
              <a:rPr lang="en-US" sz="6000" b="0" strike="noStrike" spc="-1" dirty="0">
                <a:solidFill>
                  <a:srgbClr val="FFFFFF"/>
                </a:solidFill>
                <a:latin typeface="Rajdhani"/>
                <a:ea typeface="Rajdhani"/>
              </a:rPr>
              <a:t>[SLIDE TITLE: e.g. HOW ARE ADVISORS USING [STRATEGY NAME]?]</a:t>
            </a:r>
            <a:endParaRPr lang="en-US" sz="6000" b="0" strike="noStrike" spc="-1" dirty="0">
              <a:solidFill>
                <a:srgbClr val="000000"/>
              </a:solidFill>
              <a:latin typeface="Quicksand"/>
            </a:endParaRPr>
          </a:p>
        </p:txBody>
      </p:sp>
      <p:sp>
        <p:nvSpPr>
          <p:cNvPr id="1604" name="Freeform: Shape 1603"/>
          <p:cNvSpPr/>
          <p:nvPr/>
        </p:nvSpPr>
        <p:spPr>
          <a:xfrm>
            <a:off x="1638000" y="5715000"/>
            <a:ext cx="4874400" cy="4874400"/>
          </a:xfrm>
          <a:custGeom>
            <a:avLst/>
            <a:gdLst/>
            <a:ahLst/>
            <a:cxnLst/>
            <a:rect l="0" t="0" r="r" b="b"/>
            <a:pathLst>
              <a:path w="13540" h="13540">
                <a:moveTo>
                  <a:pt x="13540" y="6770"/>
                </a:moveTo>
                <a:cubicBezTo>
                  <a:pt x="13540" y="3030"/>
                  <a:pt x="10509" y="0"/>
                  <a:pt x="6770" y="0"/>
                </a:cubicBezTo>
                <a:cubicBezTo>
                  <a:pt x="3032" y="0"/>
                  <a:pt x="0" y="3030"/>
                  <a:pt x="0" y="6770"/>
                </a:cubicBezTo>
                <a:cubicBezTo>
                  <a:pt x="0" y="10509"/>
                  <a:pt x="3032" y="13540"/>
                  <a:pt x="6770" y="13540"/>
                </a:cubicBezTo>
                <a:cubicBezTo>
                  <a:pt x="10509" y="13540"/>
                  <a:pt x="13540" y="10509"/>
                  <a:pt x="13540" y="6770"/>
                </a:cubicBezTo>
                <a:moveTo>
                  <a:pt x="12659" y="6766"/>
                </a:moveTo>
                <a:cubicBezTo>
                  <a:pt x="12659" y="10019"/>
                  <a:pt x="10023" y="12655"/>
                  <a:pt x="6770" y="12655"/>
                </a:cubicBezTo>
                <a:cubicBezTo>
                  <a:pt x="3519" y="12655"/>
                  <a:pt x="881" y="10019"/>
                  <a:pt x="881" y="6766"/>
                </a:cubicBezTo>
                <a:cubicBezTo>
                  <a:pt x="881" y="3513"/>
                  <a:pt x="3519" y="877"/>
                  <a:pt x="6770" y="877"/>
                </a:cubicBezTo>
                <a:cubicBezTo>
                  <a:pt x="10023" y="877"/>
                  <a:pt x="12659" y="3513"/>
                  <a:pt x="12659" y="6766"/>
                </a:cubicBez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605" name="TextBox 1604"/>
          <p:cNvSpPr txBox="1"/>
          <p:nvPr/>
        </p:nvSpPr>
        <p:spPr>
          <a:xfrm>
            <a:off x="1066680" y="1144080"/>
            <a:ext cx="5750640" cy="532440"/>
          </a:xfrm>
          <a:prstGeom prst="rect">
            <a:avLst/>
          </a:prstGeom>
          <a:noFill/>
          <a:ln w="0">
            <a:noFill/>
          </a:ln>
        </p:spPr>
        <p:txBody>
          <a:bodyPr lIns="0" tIns="0" rIns="0" bIns="0" anchor="t">
            <a:noAutofit/>
          </a:bodyPr>
          <a:lstStyle/>
          <a:p>
            <a:r>
              <a:rPr lang="en-US" sz="3600" b="0" strike="noStrike" spc="-1">
                <a:solidFill>
                  <a:srgbClr val="FFFFFF"/>
                </a:solidFill>
                <a:latin typeface="Rajdhani"/>
                <a:ea typeface="Rajdhani"/>
              </a:rPr>
              <a:t>[STRATEGY NAME]</a:t>
            </a:r>
            <a:endParaRPr lang="en-US" sz="3600" b="0" strike="noStrike" spc="-1">
              <a:solidFill>
                <a:srgbClr val="000000"/>
              </a:solidFill>
              <a:latin typeface="Quicksand"/>
            </a:endParaRPr>
          </a:p>
        </p:txBody>
      </p:sp>
      <p:sp>
        <p:nvSpPr>
          <p:cNvPr id="1606" name="Freeform: Shape 1605"/>
          <p:cNvSpPr/>
          <p:nvPr/>
        </p:nvSpPr>
        <p:spPr>
          <a:xfrm>
            <a:off x="7049160" y="5715000"/>
            <a:ext cx="4874760" cy="4874400"/>
          </a:xfrm>
          <a:custGeom>
            <a:avLst/>
            <a:gdLst/>
            <a:ahLst/>
            <a:cxnLst/>
            <a:rect l="0" t="0" r="r" b="b"/>
            <a:pathLst>
              <a:path w="13541" h="13540">
                <a:moveTo>
                  <a:pt x="13541" y="6770"/>
                </a:moveTo>
                <a:cubicBezTo>
                  <a:pt x="13541" y="3030"/>
                  <a:pt x="10510" y="0"/>
                  <a:pt x="6771" y="0"/>
                </a:cubicBezTo>
                <a:cubicBezTo>
                  <a:pt x="3032" y="0"/>
                  <a:pt x="0" y="3030"/>
                  <a:pt x="0" y="6770"/>
                </a:cubicBezTo>
                <a:cubicBezTo>
                  <a:pt x="0" y="10509"/>
                  <a:pt x="3032" y="13540"/>
                  <a:pt x="6771" y="13540"/>
                </a:cubicBezTo>
                <a:cubicBezTo>
                  <a:pt x="10510" y="13540"/>
                  <a:pt x="13541" y="10509"/>
                  <a:pt x="13541" y="6770"/>
                </a:cubicBezTo>
                <a:moveTo>
                  <a:pt x="12659" y="6766"/>
                </a:moveTo>
                <a:cubicBezTo>
                  <a:pt x="12659" y="10019"/>
                  <a:pt x="10023" y="12655"/>
                  <a:pt x="6771" y="12655"/>
                </a:cubicBezTo>
                <a:cubicBezTo>
                  <a:pt x="3519" y="12655"/>
                  <a:pt x="882" y="10019"/>
                  <a:pt x="882" y="6766"/>
                </a:cubicBezTo>
                <a:cubicBezTo>
                  <a:pt x="882" y="3513"/>
                  <a:pt x="3519" y="877"/>
                  <a:pt x="6771" y="877"/>
                </a:cubicBezTo>
                <a:cubicBezTo>
                  <a:pt x="10023" y="877"/>
                  <a:pt x="12659" y="3513"/>
                  <a:pt x="12659" y="6766"/>
                </a:cubicBez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607" name="TextBox 1606"/>
          <p:cNvSpPr txBox="1"/>
          <p:nvPr/>
        </p:nvSpPr>
        <p:spPr>
          <a:xfrm>
            <a:off x="2658300" y="7149480"/>
            <a:ext cx="2833800" cy="338760"/>
          </a:xfrm>
          <a:prstGeom prst="rect">
            <a:avLst/>
          </a:prstGeom>
          <a:noFill/>
          <a:ln w="0">
            <a:noFill/>
          </a:ln>
        </p:spPr>
        <p:txBody>
          <a:bodyPr lIns="0" tIns="0" rIns="0" bIns="0" anchor="t">
            <a:noAutofit/>
          </a:bodyPr>
          <a:lstStyle/>
          <a:p>
            <a:pPr algn="ctr"/>
            <a:r>
              <a:rPr lang="en-US" sz="2300" b="0" strike="noStrike" spc="-1" dirty="0">
                <a:solidFill>
                  <a:srgbClr val="FFFFFF"/>
                </a:solidFill>
                <a:latin typeface="Quicksand"/>
                <a:ea typeface="Quicksand"/>
              </a:rPr>
              <a:t>[USE CASE 1 TITLE]</a:t>
            </a:r>
            <a:endParaRPr lang="en-US" sz="2300" b="0" strike="noStrike" spc="-1" dirty="0">
              <a:solidFill>
                <a:srgbClr val="000000"/>
              </a:solidFill>
              <a:latin typeface="Quicksand"/>
            </a:endParaRPr>
          </a:p>
        </p:txBody>
      </p:sp>
      <p:sp>
        <p:nvSpPr>
          <p:cNvPr id="1608" name="Freeform: Shape 1607"/>
          <p:cNvSpPr/>
          <p:nvPr/>
        </p:nvSpPr>
        <p:spPr>
          <a:xfrm>
            <a:off x="12460320" y="5715000"/>
            <a:ext cx="4874760" cy="4874400"/>
          </a:xfrm>
          <a:custGeom>
            <a:avLst/>
            <a:gdLst/>
            <a:ahLst/>
            <a:cxnLst/>
            <a:rect l="0" t="0" r="r" b="b"/>
            <a:pathLst>
              <a:path w="13541" h="13540">
                <a:moveTo>
                  <a:pt x="13541" y="6770"/>
                </a:moveTo>
                <a:cubicBezTo>
                  <a:pt x="13541" y="3030"/>
                  <a:pt x="10509" y="0"/>
                  <a:pt x="6770" y="0"/>
                </a:cubicBezTo>
                <a:cubicBezTo>
                  <a:pt x="3031" y="0"/>
                  <a:pt x="0" y="3030"/>
                  <a:pt x="0" y="6770"/>
                </a:cubicBezTo>
                <a:cubicBezTo>
                  <a:pt x="0" y="10509"/>
                  <a:pt x="3031" y="13540"/>
                  <a:pt x="6770" y="13540"/>
                </a:cubicBezTo>
                <a:cubicBezTo>
                  <a:pt x="10509" y="13540"/>
                  <a:pt x="13541" y="10509"/>
                  <a:pt x="13541" y="6770"/>
                </a:cubicBezTo>
                <a:moveTo>
                  <a:pt x="12658" y="6766"/>
                </a:moveTo>
                <a:cubicBezTo>
                  <a:pt x="12658" y="10019"/>
                  <a:pt x="10022" y="12655"/>
                  <a:pt x="6770" y="12655"/>
                </a:cubicBezTo>
                <a:cubicBezTo>
                  <a:pt x="3518" y="12655"/>
                  <a:pt x="881" y="10019"/>
                  <a:pt x="881" y="6766"/>
                </a:cubicBezTo>
                <a:cubicBezTo>
                  <a:pt x="881" y="3513"/>
                  <a:pt x="3518" y="877"/>
                  <a:pt x="6770" y="877"/>
                </a:cubicBezTo>
                <a:cubicBezTo>
                  <a:pt x="10022" y="877"/>
                  <a:pt x="12658" y="3513"/>
                  <a:pt x="12658" y="6766"/>
                </a:cubicBez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1609" name="TextBox 1608"/>
          <p:cNvSpPr txBox="1"/>
          <p:nvPr/>
        </p:nvSpPr>
        <p:spPr>
          <a:xfrm>
            <a:off x="7988090" y="7098680"/>
            <a:ext cx="2996900" cy="338760"/>
          </a:xfrm>
          <a:prstGeom prst="rect">
            <a:avLst/>
          </a:prstGeom>
          <a:noFill/>
          <a:ln w="0">
            <a:noFill/>
          </a:ln>
        </p:spPr>
        <p:txBody>
          <a:bodyPr lIns="0" tIns="0" rIns="0" bIns="0" anchor="t">
            <a:noAutofit/>
          </a:bodyPr>
          <a:lstStyle/>
          <a:p>
            <a:pPr algn="ctr"/>
            <a:r>
              <a:rPr lang="en-US" sz="2300" b="0" strike="noStrike" spc="-1" dirty="0">
                <a:solidFill>
                  <a:srgbClr val="FFFFFF"/>
                </a:solidFill>
                <a:latin typeface="Quicksand"/>
                <a:ea typeface="Quicksand"/>
              </a:rPr>
              <a:t>[USE CASE 2 TITLE]</a:t>
            </a:r>
            <a:endParaRPr lang="en-US" sz="2300" b="0" strike="noStrike" spc="-1" dirty="0">
              <a:solidFill>
                <a:srgbClr val="000000"/>
              </a:solidFill>
              <a:latin typeface="Quicksand"/>
            </a:endParaRPr>
          </a:p>
        </p:txBody>
      </p:sp>
      <p:sp>
        <p:nvSpPr>
          <p:cNvPr id="1612" name="Freeform: Shape 1611"/>
          <p:cNvSpPr/>
          <p:nvPr/>
        </p:nvSpPr>
        <p:spPr>
          <a:xfrm>
            <a:off x="17871480" y="5715000"/>
            <a:ext cx="4874760" cy="4874400"/>
          </a:xfrm>
          <a:custGeom>
            <a:avLst/>
            <a:gdLst/>
            <a:ahLst/>
            <a:cxnLst/>
            <a:rect l="0" t="0" r="r" b="b"/>
            <a:pathLst>
              <a:path w="13541" h="13540">
                <a:moveTo>
                  <a:pt x="13541" y="6770"/>
                </a:moveTo>
                <a:cubicBezTo>
                  <a:pt x="13541" y="3030"/>
                  <a:pt x="10509" y="0"/>
                  <a:pt x="6770" y="0"/>
                </a:cubicBezTo>
                <a:cubicBezTo>
                  <a:pt x="3031" y="0"/>
                  <a:pt x="0" y="3030"/>
                  <a:pt x="0" y="6770"/>
                </a:cubicBezTo>
                <a:cubicBezTo>
                  <a:pt x="0" y="10509"/>
                  <a:pt x="3031" y="13540"/>
                  <a:pt x="6770" y="13540"/>
                </a:cubicBezTo>
                <a:cubicBezTo>
                  <a:pt x="10509" y="13540"/>
                  <a:pt x="13541" y="10509"/>
                  <a:pt x="13541" y="6770"/>
                </a:cubicBezTo>
                <a:moveTo>
                  <a:pt x="12659" y="6766"/>
                </a:moveTo>
                <a:cubicBezTo>
                  <a:pt x="12659" y="10019"/>
                  <a:pt x="10022" y="12655"/>
                  <a:pt x="6770" y="12655"/>
                </a:cubicBezTo>
                <a:cubicBezTo>
                  <a:pt x="3518" y="12655"/>
                  <a:pt x="882" y="10019"/>
                  <a:pt x="882" y="6766"/>
                </a:cubicBezTo>
                <a:cubicBezTo>
                  <a:pt x="882" y="3513"/>
                  <a:pt x="3518" y="877"/>
                  <a:pt x="6770" y="877"/>
                </a:cubicBezTo>
                <a:cubicBezTo>
                  <a:pt x="10022" y="877"/>
                  <a:pt x="12659" y="3513"/>
                  <a:pt x="12659" y="6766"/>
                </a:cubicBezTo>
                <a:close/>
              </a:path>
            </a:pathLst>
          </a:custGeom>
          <a:solidFill>
            <a:srgbClr val="FEC00F"/>
          </a:solidFill>
          <a:ln w="0">
            <a:noFill/>
          </a:ln>
        </p:spPr>
        <p:txBody>
          <a:bodyPr lIns="0" tIns="0" rIns="0" bIns="0" anchor="t">
            <a:noAutofit/>
          </a:bodyPr>
          <a:lstStyle/>
          <a:p>
            <a:endParaRPr lang="en-US" sz="2400" b="0" strike="noStrike" spc="-1">
              <a:solidFill>
                <a:srgbClr val="000000"/>
              </a:solidFill>
              <a:latin typeface="Quicksand"/>
            </a:endParaRPr>
          </a:p>
        </p:txBody>
      </p:sp>
      <p:sp>
        <p:nvSpPr>
          <p:cNvPr id="3" name="TextBox 2">
            <a:extLst>
              <a:ext uri="{FF2B5EF4-FFF2-40B4-BE49-F238E27FC236}">
                <a16:creationId xmlns:a16="http://schemas.microsoft.com/office/drawing/2014/main" id="{58C94921-4BB8-EEF7-570A-48BF2FD671A1}"/>
              </a:ext>
            </a:extLst>
          </p:cNvPr>
          <p:cNvSpPr txBox="1"/>
          <p:nvPr/>
        </p:nvSpPr>
        <p:spPr>
          <a:xfrm>
            <a:off x="13399250" y="7105340"/>
            <a:ext cx="2996900" cy="338760"/>
          </a:xfrm>
          <a:prstGeom prst="rect">
            <a:avLst/>
          </a:prstGeom>
          <a:noFill/>
          <a:ln w="0">
            <a:noFill/>
          </a:ln>
        </p:spPr>
        <p:txBody>
          <a:bodyPr lIns="0" tIns="0" rIns="0" bIns="0" anchor="t">
            <a:noAutofit/>
          </a:bodyPr>
          <a:lstStyle/>
          <a:p>
            <a:pPr algn="ctr"/>
            <a:r>
              <a:rPr lang="en-US" sz="2300" b="0" strike="noStrike" spc="-1" dirty="0">
                <a:solidFill>
                  <a:srgbClr val="FFFFFF"/>
                </a:solidFill>
                <a:latin typeface="Quicksand"/>
                <a:ea typeface="Quicksand"/>
              </a:rPr>
              <a:t>[USE CASE 3 TITLE]</a:t>
            </a:r>
            <a:endParaRPr lang="en-US" sz="2300" b="0" strike="noStrike" spc="-1" dirty="0">
              <a:solidFill>
                <a:srgbClr val="000000"/>
              </a:solidFill>
              <a:latin typeface="Quicksand"/>
            </a:endParaRPr>
          </a:p>
        </p:txBody>
      </p:sp>
      <p:sp>
        <p:nvSpPr>
          <p:cNvPr id="4" name="TextBox 3">
            <a:extLst>
              <a:ext uri="{FF2B5EF4-FFF2-40B4-BE49-F238E27FC236}">
                <a16:creationId xmlns:a16="http://schemas.microsoft.com/office/drawing/2014/main" id="{D631F2AD-B5D8-150E-C7FC-D84DB2609E6C}"/>
              </a:ext>
            </a:extLst>
          </p:cNvPr>
          <p:cNvSpPr txBox="1"/>
          <p:nvPr/>
        </p:nvSpPr>
        <p:spPr>
          <a:xfrm>
            <a:off x="18810410" y="7149480"/>
            <a:ext cx="2996900" cy="338760"/>
          </a:xfrm>
          <a:prstGeom prst="rect">
            <a:avLst/>
          </a:prstGeom>
          <a:noFill/>
          <a:ln w="0">
            <a:noFill/>
          </a:ln>
        </p:spPr>
        <p:txBody>
          <a:bodyPr lIns="0" tIns="0" rIns="0" bIns="0" anchor="t">
            <a:noAutofit/>
          </a:bodyPr>
          <a:lstStyle/>
          <a:p>
            <a:pPr algn="ctr"/>
            <a:r>
              <a:rPr lang="en-US" sz="2300" b="0" strike="noStrike" spc="-1" dirty="0">
                <a:solidFill>
                  <a:srgbClr val="FFFFFF"/>
                </a:solidFill>
                <a:latin typeface="Quicksand"/>
                <a:ea typeface="Quicksand"/>
              </a:rPr>
              <a:t>[USE CASE 4 TITLE]</a:t>
            </a:r>
            <a:endParaRPr lang="en-US" sz="2300" b="0" strike="noStrike" spc="-1" dirty="0">
              <a:solidFill>
                <a:srgbClr val="000000"/>
              </a:solidFill>
              <a:latin typeface="Quicksand"/>
            </a:endParaRPr>
          </a:p>
        </p:txBody>
      </p:sp>
      <p:sp>
        <p:nvSpPr>
          <p:cNvPr id="5" name="TextBox 4">
            <a:extLst>
              <a:ext uri="{FF2B5EF4-FFF2-40B4-BE49-F238E27FC236}">
                <a16:creationId xmlns:a16="http://schemas.microsoft.com/office/drawing/2014/main" id="{7D05DA3D-0980-7BB9-BB82-F92FE2E29206}"/>
              </a:ext>
            </a:extLst>
          </p:cNvPr>
          <p:cNvSpPr txBox="1"/>
          <p:nvPr/>
        </p:nvSpPr>
        <p:spPr>
          <a:xfrm>
            <a:off x="2443550" y="8152200"/>
            <a:ext cx="2996900" cy="338760"/>
          </a:xfrm>
          <a:prstGeom prst="rect">
            <a:avLst/>
          </a:prstGeom>
          <a:noFill/>
          <a:ln w="0">
            <a:noFill/>
          </a:ln>
        </p:spPr>
        <p:txBody>
          <a:bodyPr lIns="0" tIns="0" rIns="0" bIns="0" anchor="t">
            <a:noAutofit/>
          </a:bodyPr>
          <a:lstStyle/>
          <a:p>
            <a:pPr algn="ctr"/>
            <a:r>
              <a:rPr lang="en-US" sz="2300" spc="-1" dirty="0">
                <a:solidFill>
                  <a:srgbClr val="FFFFFF"/>
                </a:solidFill>
                <a:latin typeface="Quicksand"/>
              </a:rPr>
              <a:t>INSERT TEXT</a:t>
            </a:r>
            <a:endParaRPr lang="en-US" sz="2300" b="0" strike="noStrike" spc="-1" dirty="0">
              <a:solidFill>
                <a:srgbClr val="000000"/>
              </a:solidFill>
              <a:latin typeface="Quicksand"/>
            </a:endParaRPr>
          </a:p>
        </p:txBody>
      </p:sp>
      <p:sp>
        <p:nvSpPr>
          <p:cNvPr id="6" name="TextBox 5">
            <a:extLst>
              <a:ext uri="{FF2B5EF4-FFF2-40B4-BE49-F238E27FC236}">
                <a16:creationId xmlns:a16="http://schemas.microsoft.com/office/drawing/2014/main" id="{84F608A2-D022-00DD-6954-E810AD328784}"/>
              </a:ext>
            </a:extLst>
          </p:cNvPr>
          <p:cNvSpPr txBox="1"/>
          <p:nvPr/>
        </p:nvSpPr>
        <p:spPr>
          <a:xfrm>
            <a:off x="7988090" y="8152200"/>
            <a:ext cx="2996900" cy="338760"/>
          </a:xfrm>
          <a:prstGeom prst="rect">
            <a:avLst/>
          </a:prstGeom>
          <a:noFill/>
          <a:ln w="0">
            <a:noFill/>
          </a:ln>
        </p:spPr>
        <p:txBody>
          <a:bodyPr lIns="0" tIns="0" rIns="0" bIns="0" anchor="t">
            <a:noAutofit/>
          </a:bodyPr>
          <a:lstStyle/>
          <a:p>
            <a:pPr algn="ctr"/>
            <a:r>
              <a:rPr lang="en-US" sz="2300" spc="-1" dirty="0">
                <a:solidFill>
                  <a:srgbClr val="FFFFFF"/>
                </a:solidFill>
                <a:latin typeface="Quicksand"/>
              </a:rPr>
              <a:t>INSERT TEXT</a:t>
            </a:r>
            <a:endParaRPr lang="en-US" sz="2300" b="0" strike="noStrike" spc="-1" dirty="0">
              <a:solidFill>
                <a:srgbClr val="000000"/>
              </a:solidFill>
              <a:latin typeface="Quicksand"/>
            </a:endParaRPr>
          </a:p>
        </p:txBody>
      </p:sp>
      <p:sp>
        <p:nvSpPr>
          <p:cNvPr id="7" name="TextBox 6">
            <a:extLst>
              <a:ext uri="{FF2B5EF4-FFF2-40B4-BE49-F238E27FC236}">
                <a16:creationId xmlns:a16="http://schemas.microsoft.com/office/drawing/2014/main" id="{1596AA6E-6739-E663-CF7B-7129F8268CD7}"/>
              </a:ext>
            </a:extLst>
          </p:cNvPr>
          <p:cNvSpPr txBox="1"/>
          <p:nvPr/>
        </p:nvSpPr>
        <p:spPr>
          <a:xfrm>
            <a:off x="13399250" y="8152200"/>
            <a:ext cx="2996900" cy="338760"/>
          </a:xfrm>
          <a:prstGeom prst="rect">
            <a:avLst/>
          </a:prstGeom>
          <a:noFill/>
          <a:ln w="0">
            <a:noFill/>
          </a:ln>
        </p:spPr>
        <p:txBody>
          <a:bodyPr lIns="0" tIns="0" rIns="0" bIns="0" anchor="t">
            <a:noAutofit/>
          </a:bodyPr>
          <a:lstStyle/>
          <a:p>
            <a:pPr algn="ctr"/>
            <a:r>
              <a:rPr lang="en-US" sz="2300" spc="-1" dirty="0">
                <a:solidFill>
                  <a:srgbClr val="FFFFFF"/>
                </a:solidFill>
                <a:latin typeface="Quicksand"/>
              </a:rPr>
              <a:t>INSERT TEXT</a:t>
            </a:r>
            <a:endParaRPr lang="en-US" sz="2300" b="0" strike="noStrike" spc="-1" dirty="0">
              <a:solidFill>
                <a:srgbClr val="000000"/>
              </a:solidFill>
              <a:latin typeface="Quicksand"/>
            </a:endParaRPr>
          </a:p>
        </p:txBody>
      </p:sp>
      <p:sp>
        <p:nvSpPr>
          <p:cNvPr id="8" name="TextBox 7">
            <a:extLst>
              <a:ext uri="{FF2B5EF4-FFF2-40B4-BE49-F238E27FC236}">
                <a16:creationId xmlns:a16="http://schemas.microsoft.com/office/drawing/2014/main" id="{203C1EC1-9985-28D0-68F5-4A09EB8EECC3}"/>
              </a:ext>
            </a:extLst>
          </p:cNvPr>
          <p:cNvSpPr txBox="1"/>
          <p:nvPr/>
        </p:nvSpPr>
        <p:spPr>
          <a:xfrm>
            <a:off x="18638750" y="8214500"/>
            <a:ext cx="2996900" cy="338760"/>
          </a:xfrm>
          <a:prstGeom prst="rect">
            <a:avLst/>
          </a:prstGeom>
          <a:noFill/>
          <a:ln w="0">
            <a:noFill/>
          </a:ln>
        </p:spPr>
        <p:txBody>
          <a:bodyPr lIns="0" tIns="0" rIns="0" bIns="0" anchor="t">
            <a:noAutofit/>
          </a:bodyPr>
          <a:lstStyle/>
          <a:p>
            <a:pPr algn="ctr"/>
            <a:r>
              <a:rPr lang="en-US" sz="2300" spc="-1" dirty="0">
                <a:solidFill>
                  <a:srgbClr val="FFFFFF"/>
                </a:solidFill>
                <a:latin typeface="Quicksand"/>
              </a:rPr>
              <a:t>INSERT TEXT</a:t>
            </a:r>
            <a:endParaRPr lang="en-US" sz="2300" b="0" strike="noStrike" spc="-1" dirty="0">
              <a:solidFill>
                <a:srgbClr val="000000"/>
              </a:solidFill>
              <a:latin typeface="Quicksan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52525"/>
        </a:solidFill>
        <a:effectLst/>
      </p:bgPr>
    </p:bg>
    <p:spTree>
      <p:nvGrpSpPr>
        <p:cNvPr id="1" name=""/>
        <p:cNvGrpSpPr/>
        <p:nvPr/>
      </p:nvGrpSpPr>
      <p:grpSpPr>
        <a:xfrm>
          <a:off x="0" y="0"/>
          <a:ext cx="0" cy="0"/>
          <a:chOff x="0" y="0"/>
          <a:chExt cx="0" cy="0"/>
        </a:xfrm>
      </p:grpSpPr>
      <p:pic>
        <p:nvPicPr>
          <p:cNvPr id="1618" name="Picture 1617"/>
          <p:cNvPicPr/>
          <p:nvPr/>
        </p:nvPicPr>
        <p:blipFill>
          <a:blip r:embed="rId2"/>
          <a:stretch/>
        </p:blipFill>
        <p:spPr>
          <a:xfrm>
            <a:off x="22145400" y="915120"/>
            <a:ext cx="1171440" cy="1181880"/>
          </a:xfrm>
          <a:prstGeom prst="rect">
            <a:avLst/>
          </a:prstGeom>
          <a:ln w="0">
            <a:noFill/>
          </a:ln>
        </p:spPr>
      </p:pic>
      <p:sp>
        <p:nvSpPr>
          <p:cNvPr id="1619" name="TextBox 1618"/>
          <p:cNvSpPr txBox="1"/>
          <p:nvPr/>
        </p:nvSpPr>
        <p:spPr>
          <a:xfrm>
            <a:off x="10379880" y="2476800"/>
            <a:ext cx="4799880" cy="887400"/>
          </a:xfrm>
          <a:prstGeom prst="rect">
            <a:avLst/>
          </a:prstGeom>
          <a:noFill/>
          <a:ln w="0">
            <a:noFill/>
          </a:ln>
        </p:spPr>
        <p:txBody>
          <a:bodyPr lIns="0" tIns="0" rIns="0" bIns="0" anchor="t">
            <a:noAutofit/>
          </a:bodyPr>
          <a:lstStyle/>
          <a:p>
            <a:r>
              <a:rPr lang="en-US" sz="6000" b="0" strike="noStrike" spc="-1">
                <a:solidFill>
                  <a:srgbClr val="FFFFFF"/>
                </a:solidFill>
                <a:latin typeface="Rajdhani"/>
                <a:ea typeface="Rajdhani"/>
              </a:rPr>
              <a:t>THANK YOU!</a:t>
            </a:r>
            <a:endParaRPr lang="en-US" sz="6000" b="0" strike="noStrike" spc="-1">
              <a:solidFill>
                <a:srgbClr val="000000"/>
              </a:solidFill>
              <a:latin typeface="Quicksand"/>
            </a:endParaRPr>
          </a:p>
        </p:txBody>
      </p:sp>
      <p:sp>
        <p:nvSpPr>
          <p:cNvPr id="1620" name="TextBox 1619"/>
          <p:cNvSpPr txBox="1"/>
          <p:nvPr/>
        </p:nvSpPr>
        <p:spPr>
          <a:xfrm>
            <a:off x="1066680" y="1144080"/>
            <a:ext cx="2300400" cy="532440"/>
          </a:xfrm>
          <a:prstGeom prst="rect">
            <a:avLst/>
          </a:prstGeom>
          <a:noFill/>
          <a:ln w="0">
            <a:noFill/>
          </a:ln>
        </p:spPr>
        <p:txBody>
          <a:bodyPr lIns="0" tIns="0" rIns="0" bIns="0" anchor="t">
            <a:noAutofit/>
          </a:bodyPr>
          <a:lstStyle/>
          <a:p>
            <a:r>
              <a:rPr lang="en-US" sz="3600" b="0" strike="noStrike" spc="-1" dirty="0">
                <a:solidFill>
                  <a:srgbClr val="FFFFFF"/>
                </a:solidFill>
                <a:latin typeface="Rajdhani"/>
                <a:ea typeface="Rajdhani"/>
              </a:rPr>
              <a:t>POTOMAC</a:t>
            </a:r>
            <a:endParaRPr lang="en-US" sz="3600" b="0" strike="noStrike" spc="-1" dirty="0">
              <a:solidFill>
                <a:srgbClr val="000000"/>
              </a:solidFill>
              <a:latin typeface="Quicksand"/>
            </a:endParaRPr>
          </a:p>
        </p:txBody>
      </p:sp>
      <p:sp>
        <p:nvSpPr>
          <p:cNvPr id="1621" name="TextBox 1620"/>
          <p:cNvSpPr txBox="1"/>
          <p:nvPr/>
        </p:nvSpPr>
        <p:spPr>
          <a:xfrm>
            <a:off x="4463640" y="4200480"/>
            <a:ext cx="18375480" cy="443880"/>
          </a:xfrm>
          <a:prstGeom prst="rect">
            <a:avLst/>
          </a:prstGeom>
          <a:noFill/>
          <a:ln w="0">
            <a:noFill/>
          </a:ln>
        </p:spPr>
        <p:txBody>
          <a:bodyPr lIns="0" tIns="0" rIns="0" bIns="0" anchor="t">
            <a:noAutofit/>
          </a:bodyPr>
          <a:lstStyle/>
          <a:p>
            <a:r>
              <a:rPr lang="en-US" sz="3000" b="1" strike="noStrike" spc="-1">
                <a:solidFill>
                  <a:srgbClr val="FEC00F"/>
                </a:solidFill>
                <a:latin typeface="Quicksand-Semi"/>
                <a:ea typeface="Quicksand-Semi"/>
              </a:rPr>
              <a:t>We have a team of regional consultants across the country to support your business.</a:t>
            </a:r>
            <a:endParaRPr lang="en-US" sz="3000" b="0" strike="noStrike" spc="-1">
              <a:solidFill>
                <a:srgbClr val="000000"/>
              </a:solidFill>
              <a:latin typeface="Quicksand"/>
            </a:endParaRPr>
          </a:p>
        </p:txBody>
      </p:sp>
      <p:pic>
        <p:nvPicPr>
          <p:cNvPr id="1823" name="Picture 1822"/>
          <p:cNvPicPr/>
          <p:nvPr/>
        </p:nvPicPr>
        <p:blipFill>
          <a:blip r:embed="rId3"/>
          <a:stretch/>
        </p:blipFill>
        <p:spPr>
          <a:xfrm>
            <a:off x="14780520" y="7225560"/>
            <a:ext cx="4879440" cy="4879440"/>
          </a:xfrm>
          <a:prstGeom prst="rect">
            <a:avLst/>
          </a:prstGeom>
          <a:ln w="0">
            <a:noFill/>
          </a:ln>
        </p:spPr>
      </p:pic>
      <p:sp>
        <p:nvSpPr>
          <p:cNvPr id="1824" name="TextBox 1823"/>
          <p:cNvSpPr txBox="1"/>
          <p:nvPr/>
        </p:nvSpPr>
        <p:spPr>
          <a:xfrm>
            <a:off x="15169320" y="6391800"/>
            <a:ext cx="4635360" cy="443880"/>
          </a:xfrm>
          <a:prstGeom prst="rect">
            <a:avLst/>
          </a:prstGeom>
          <a:noFill/>
          <a:ln w="0">
            <a:noFill/>
          </a:ln>
        </p:spPr>
        <p:txBody>
          <a:bodyPr lIns="0" tIns="0" rIns="0" bIns="0" anchor="t">
            <a:noAutofit/>
          </a:bodyPr>
          <a:lstStyle/>
          <a:p>
            <a:r>
              <a:rPr lang="en-US" sz="3000" b="1" strike="noStrike" spc="-1">
                <a:solidFill>
                  <a:srgbClr val="FFFFFF"/>
                </a:solidFill>
                <a:latin typeface="Quicksand-Semi"/>
                <a:ea typeface="Quicksand-Semi"/>
              </a:rPr>
              <a:t>potomac.com/contact</a:t>
            </a:r>
            <a:endParaRPr lang="en-US" sz="3000" b="0" strike="noStrike" spc="-1">
              <a:solidFill>
                <a:srgbClr val="000000"/>
              </a:solidFill>
              <a:latin typeface="Quicksand"/>
            </a:endParaRPr>
          </a:p>
        </p:txBody>
      </p:sp>
      <p:pic>
        <p:nvPicPr>
          <p:cNvPr id="3" name="Picture 2">
            <a:extLst>
              <a:ext uri="{FF2B5EF4-FFF2-40B4-BE49-F238E27FC236}">
                <a16:creationId xmlns:a16="http://schemas.microsoft.com/office/drawing/2014/main" id="{4E04EEDD-626D-4B71-8FFC-D98AFF2DC7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67080" y="5185104"/>
            <a:ext cx="10059272" cy="777307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52525"/>
        </a:solidFill>
        <a:effectLst/>
      </p:bgPr>
    </p:bg>
    <p:spTree>
      <p:nvGrpSpPr>
        <p:cNvPr id="1" name=""/>
        <p:cNvGrpSpPr/>
        <p:nvPr/>
      </p:nvGrpSpPr>
      <p:grpSpPr>
        <a:xfrm>
          <a:off x="0" y="0"/>
          <a:ext cx="0" cy="0"/>
          <a:chOff x="0" y="0"/>
          <a:chExt cx="0" cy="0"/>
        </a:xfrm>
      </p:grpSpPr>
      <p:pic>
        <p:nvPicPr>
          <p:cNvPr id="1826" name="Picture 1825"/>
          <p:cNvPicPr/>
          <p:nvPr/>
        </p:nvPicPr>
        <p:blipFill>
          <a:blip r:embed="rId2"/>
          <a:stretch/>
        </p:blipFill>
        <p:spPr>
          <a:xfrm>
            <a:off x="22145400" y="915120"/>
            <a:ext cx="1171440" cy="1181880"/>
          </a:xfrm>
          <a:prstGeom prst="rect">
            <a:avLst/>
          </a:prstGeom>
          <a:ln w="0">
            <a:noFill/>
          </a:ln>
        </p:spPr>
      </p:pic>
      <p:sp>
        <p:nvSpPr>
          <p:cNvPr id="1827" name="TextBox 1826"/>
          <p:cNvSpPr txBox="1"/>
          <p:nvPr/>
        </p:nvSpPr>
        <p:spPr>
          <a:xfrm>
            <a:off x="1066680" y="1144080"/>
            <a:ext cx="3229920" cy="532440"/>
          </a:xfrm>
          <a:prstGeom prst="rect">
            <a:avLst/>
          </a:prstGeom>
          <a:noFill/>
          <a:ln w="0">
            <a:noFill/>
          </a:ln>
        </p:spPr>
        <p:txBody>
          <a:bodyPr lIns="0" tIns="0" rIns="0" bIns="0" anchor="t">
            <a:noAutofit/>
          </a:bodyPr>
          <a:lstStyle/>
          <a:p>
            <a:r>
              <a:rPr lang="en-US" sz="3600" b="0" strike="noStrike" spc="-1" dirty="0">
                <a:solidFill>
                  <a:srgbClr val="FFFFFF"/>
                </a:solidFill>
                <a:latin typeface="Rajdhani"/>
                <a:ea typeface="Rajdhani"/>
              </a:rPr>
              <a:t>DISCLOSURES</a:t>
            </a:r>
            <a:endParaRPr lang="en-US" sz="3600" b="0" strike="noStrike" spc="-1" dirty="0">
              <a:solidFill>
                <a:srgbClr val="000000"/>
              </a:solidFill>
              <a:latin typeface="Quicksand"/>
            </a:endParaRPr>
          </a:p>
        </p:txBody>
      </p:sp>
      <p:sp>
        <p:nvSpPr>
          <p:cNvPr id="2" name="TextBox 1">
            <a:extLst>
              <a:ext uri="{FF2B5EF4-FFF2-40B4-BE49-F238E27FC236}">
                <a16:creationId xmlns:a16="http://schemas.microsoft.com/office/drawing/2014/main" id="{2A700370-AA3F-26D4-347B-9FE68FD5CCD4}"/>
              </a:ext>
            </a:extLst>
          </p:cNvPr>
          <p:cNvSpPr txBox="1"/>
          <p:nvPr/>
        </p:nvSpPr>
        <p:spPr>
          <a:xfrm>
            <a:off x="1066680" y="2636088"/>
            <a:ext cx="22983765" cy="8094524"/>
          </a:xfrm>
          <a:prstGeom prst="rect">
            <a:avLst/>
          </a:prstGeom>
          <a:noFill/>
        </p:spPr>
        <p:txBody>
          <a:bodyPr wrap="square" rtlCol="0">
            <a:spAutoFit/>
          </a:bodyPr>
          <a:lstStyle/>
          <a:p>
            <a:r>
              <a:rPr lang="en-US" sz="2000" dirty="0">
                <a:solidFill>
                  <a:schemeClr val="bg1"/>
                </a:solidFill>
                <a:latin typeface="Quicksand Medium" panose="00000600000000000000" pitchFamily="2" charset="0"/>
              </a:rPr>
              <a:t>Potomac Fund Management (“Potomac”) is an SEC registered investment adviser located in Bethesda, Maryland. Registration does not imply a certain level of skill or training, nor is it an endorsement by the SEC. This material is for general informational purposes only and does not constitute investment advice, tax advice, or a recommendation regarding any specific product, security, strategy, or investment decision. Readers should not assume that any discussion or information applies to their individual circumstances. This communication does not constitute an offer to buy or sell any security or a solicitation to provide personalized investment advice for compensation. Nothing herein should be construed as individualized or tailored advice delivered over the internet.</a:t>
            </a:r>
          </a:p>
          <a:p>
            <a:endParaRPr lang="en-US" sz="2000" dirty="0">
              <a:solidFill>
                <a:schemeClr val="bg1"/>
              </a:solidFill>
              <a:latin typeface="Quicksand Medium" panose="00000600000000000000" pitchFamily="2" charset="0"/>
            </a:endParaRPr>
          </a:p>
          <a:p>
            <a:r>
              <a:rPr lang="en-US" sz="2000" dirty="0">
                <a:solidFill>
                  <a:schemeClr val="bg1"/>
                </a:solidFill>
                <a:latin typeface="Quicksand Medium" panose="00000600000000000000" pitchFamily="2" charset="0"/>
              </a:rPr>
              <a:t>Opinions expressed are current as of the date of publication and may change without notice. Information obtained from third party sources is believed to be reliable, but Potomac does not guarantee its accuracy or completeness and is not responsible for any third party content referenced or linked in this material.</a:t>
            </a:r>
          </a:p>
          <a:p>
            <a:endParaRPr lang="en-US" sz="2000" dirty="0">
              <a:solidFill>
                <a:schemeClr val="bg1"/>
              </a:solidFill>
              <a:latin typeface="Quicksand Medium" panose="00000600000000000000" pitchFamily="2" charset="0"/>
            </a:endParaRPr>
          </a:p>
          <a:p>
            <a:r>
              <a:rPr lang="en-US" sz="2000" dirty="0">
                <a:solidFill>
                  <a:schemeClr val="bg1"/>
                </a:solidFill>
                <a:latin typeface="Quicksand Medium" panose="00000600000000000000" pitchFamily="2" charset="0"/>
              </a:rPr>
              <a:t>Investing involves risk, including the possible loss of principal. Past performance does not guarantee future results. For additional important disclosures, please visit potomac.com/disclosures.</a:t>
            </a:r>
          </a:p>
          <a:p>
            <a:endParaRPr lang="en-US" sz="2000" dirty="0">
              <a:solidFill>
                <a:schemeClr val="bg1"/>
              </a:solidFill>
              <a:latin typeface="Quicksand Medium" panose="00000600000000000000" pitchFamily="2" charset="0"/>
            </a:endParaRPr>
          </a:p>
          <a:p>
            <a:r>
              <a:rPr lang="en-US" sz="2000" dirty="0">
                <a:solidFill>
                  <a:schemeClr val="bg1"/>
                </a:solidFill>
                <a:latin typeface="Quicksand Medium" panose="00000600000000000000" pitchFamily="2" charset="0"/>
              </a:rPr>
              <a:t>Performance results of Potomac strategies reﬂect the composite performance of all fully discretionary portfolios managed by Potomac according to the strategy subject to policies that may require the exclusion of certain accounts. All returns are time-weighted and reﬂect the reinvestment of dividends and capital gain distributions. Gross performance returns do not reflect the payment of investment advisory fees but reflect the underlying fund management fees, other fund (administrative) expenses, and redemption or 12b1 (fund marketing) fees, if any. Net performance reﬂects the deduction of a model fee (the highest investment advisory fee charged by Potomac), underlying fund management fees, other fund (administrative) expenses and, if any, redemption or 12b1 (fund marketing) fees. Net of fee returns are calculated using a model fee of 2.5%. The model fee, applied monthly, is the highest fee that may be or has been charged to an investor in this composite. Actual investment advisory fees incurred may vary. Past performance does not guarantee future results. There is no guarantee that any investment strategy or account will be proﬁtable or will avoid loss. Individual investors’ objectives, ﬁnancial situations, their speciﬁc instructions, or restrictions on investments, or the time at which an account is opened, or additions are made may result in different trades and returns. Performance for the strategy presented may differ materially (more or less) from the performance of the comparable benchmark and other Potomac investment strategies. Market and economic conditions could change in the future producing materially different returns. Results do not reﬂect the impact of taxes for taxable accounts or their owners. You cannot invest directly in an index. This presentation is supplemental to the composite report. Potomac claims compliance with the Global Investment Performance Standards (GIPS®). The Annual GIPS® Report is available upon request. GIPS® is a registered trademark of CFA Institute. CFA Institute does not endorse or promote this organization, nor does it warrant the accuracy or quality of the content contained herein.   </a:t>
            </a:r>
          </a:p>
          <a:p>
            <a:endParaRPr lang="en-US" sz="2000" dirty="0">
              <a:solidFill>
                <a:schemeClr val="bg1"/>
              </a:solidFill>
              <a:latin typeface="Quicksand Medium" panose="00000600000000000000" pitchFamily="2" charset="0"/>
            </a:endParaRPr>
          </a:p>
          <a:p>
            <a:r>
              <a:rPr lang="en-US" sz="2000" dirty="0">
                <a:solidFill>
                  <a:schemeClr val="bg1"/>
                </a:solidFill>
                <a:latin typeface="Quicksand Medium" panose="00000600000000000000" pitchFamily="2" charset="0"/>
              </a:rPr>
              <a:t>Potomac Funds are distributed by </a:t>
            </a:r>
            <a:r>
              <a:rPr lang="en-US" sz="2000" dirty="0" err="1">
                <a:solidFill>
                  <a:schemeClr val="bg1"/>
                </a:solidFill>
                <a:latin typeface="Quicksand Medium" panose="00000600000000000000" pitchFamily="2" charset="0"/>
              </a:rPr>
              <a:t>Paralel</a:t>
            </a:r>
            <a:r>
              <a:rPr lang="en-US" sz="2000" dirty="0">
                <a:solidFill>
                  <a:schemeClr val="bg1"/>
                </a:solidFill>
                <a:latin typeface="Quicksand Medium" panose="00000600000000000000" pitchFamily="2" charset="0"/>
              </a:rPr>
              <a:t> Distributors LLC. </a:t>
            </a:r>
            <a:r>
              <a:rPr lang="en-US" sz="2000" dirty="0" err="1">
                <a:solidFill>
                  <a:schemeClr val="bg1"/>
                </a:solidFill>
                <a:latin typeface="Quicksand Medium" panose="00000600000000000000" pitchFamily="2" charset="0"/>
              </a:rPr>
              <a:t>Paralel</a:t>
            </a:r>
            <a:r>
              <a:rPr lang="en-US" sz="2000" dirty="0">
                <a:solidFill>
                  <a:schemeClr val="bg1"/>
                </a:solidFill>
                <a:latin typeface="Quicksand Medium" panose="00000600000000000000" pitchFamily="2" charset="0"/>
              </a:rPr>
              <a:t> is not affiliated with Potomac Fund Management, Inc.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52525"/>
        </a:solidFill>
        <a:effectLst/>
      </p:bgPr>
    </p:bg>
    <p:spTree>
      <p:nvGrpSpPr>
        <p:cNvPr id="1" name="">
          <a:extLst>
            <a:ext uri="{FF2B5EF4-FFF2-40B4-BE49-F238E27FC236}">
              <a16:creationId xmlns:a16="http://schemas.microsoft.com/office/drawing/2014/main" id="{EE8A85F1-F18D-8CCE-9296-A1E586D052FA}"/>
            </a:ext>
          </a:extLst>
        </p:cNvPr>
        <p:cNvGrpSpPr/>
        <p:nvPr/>
      </p:nvGrpSpPr>
      <p:grpSpPr>
        <a:xfrm>
          <a:off x="0" y="0"/>
          <a:ext cx="0" cy="0"/>
          <a:chOff x="0" y="0"/>
          <a:chExt cx="0" cy="0"/>
        </a:xfrm>
      </p:grpSpPr>
      <p:pic>
        <p:nvPicPr>
          <p:cNvPr id="1826" name="Picture 1825">
            <a:extLst>
              <a:ext uri="{FF2B5EF4-FFF2-40B4-BE49-F238E27FC236}">
                <a16:creationId xmlns:a16="http://schemas.microsoft.com/office/drawing/2014/main" id="{4375AD92-F38B-AB2A-61BC-8EA0C75BFA93}"/>
              </a:ext>
            </a:extLst>
          </p:cNvPr>
          <p:cNvPicPr/>
          <p:nvPr/>
        </p:nvPicPr>
        <p:blipFill>
          <a:blip r:embed="rId2"/>
          <a:stretch/>
        </p:blipFill>
        <p:spPr>
          <a:xfrm>
            <a:off x="22145400" y="915120"/>
            <a:ext cx="1171440" cy="1181880"/>
          </a:xfrm>
          <a:prstGeom prst="rect">
            <a:avLst/>
          </a:prstGeom>
          <a:ln w="0">
            <a:noFill/>
          </a:ln>
        </p:spPr>
      </p:pic>
      <p:sp>
        <p:nvSpPr>
          <p:cNvPr id="1827" name="TextBox 1826">
            <a:extLst>
              <a:ext uri="{FF2B5EF4-FFF2-40B4-BE49-F238E27FC236}">
                <a16:creationId xmlns:a16="http://schemas.microsoft.com/office/drawing/2014/main" id="{C42E3D2D-02C3-4B24-297A-466D5D57D39D}"/>
              </a:ext>
            </a:extLst>
          </p:cNvPr>
          <p:cNvSpPr txBox="1"/>
          <p:nvPr/>
        </p:nvSpPr>
        <p:spPr>
          <a:xfrm>
            <a:off x="1066679" y="1144080"/>
            <a:ext cx="8594905" cy="532440"/>
          </a:xfrm>
          <a:prstGeom prst="rect">
            <a:avLst/>
          </a:prstGeom>
          <a:noFill/>
          <a:ln w="0">
            <a:noFill/>
          </a:ln>
        </p:spPr>
        <p:txBody>
          <a:bodyPr lIns="0" tIns="0" rIns="0" bIns="0" anchor="t">
            <a:noAutofit/>
          </a:bodyPr>
          <a:lstStyle/>
          <a:p>
            <a:r>
              <a:rPr lang="en-US" sz="3600" b="0" strike="noStrike" spc="-1" dirty="0">
                <a:solidFill>
                  <a:srgbClr val="FFFFFF"/>
                </a:solidFill>
                <a:latin typeface="Rajdhani"/>
                <a:ea typeface="Rajdhani"/>
              </a:rPr>
              <a:t>IMPORTANT DEFINITIONS USED IN THIS REPORT</a:t>
            </a:r>
            <a:endParaRPr lang="en-US" sz="3600" b="0" strike="noStrike" spc="-1" dirty="0">
              <a:solidFill>
                <a:srgbClr val="000000"/>
              </a:solidFill>
              <a:latin typeface="Quicksand"/>
            </a:endParaRPr>
          </a:p>
        </p:txBody>
      </p:sp>
      <p:sp>
        <p:nvSpPr>
          <p:cNvPr id="2" name="TextBox 1">
            <a:extLst>
              <a:ext uri="{FF2B5EF4-FFF2-40B4-BE49-F238E27FC236}">
                <a16:creationId xmlns:a16="http://schemas.microsoft.com/office/drawing/2014/main" id="{662E4554-9CAB-AF50-EF87-0E35921FD212}"/>
              </a:ext>
            </a:extLst>
          </p:cNvPr>
          <p:cNvSpPr txBox="1"/>
          <p:nvPr/>
        </p:nvSpPr>
        <p:spPr>
          <a:xfrm>
            <a:off x="1066679" y="3084662"/>
            <a:ext cx="22983765" cy="4401205"/>
          </a:xfrm>
          <a:prstGeom prst="rect">
            <a:avLst/>
          </a:prstGeom>
          <a:noFill/>
        </p:spPr>
        <p:txBody>
          <a:bodyPr wrap="square" rtlCol="0">
            <a:spAutoFit/>
          </a:bodyPr>
          <a:lstStyle/>
          <a:p>
            <a:r>
              <a:rPr lang="en-US" sz="2000" dirty="0">
                <a:solidFill>
                  <a:schemeClr val="bg1"/>
                </a:solidFill>
                <a:latin typeface="Quicksand Medium" panose="00000600000000000000" pitchFamily="2" charset="0"/>
              </a:rPr>
              <a:t>S&amp;P 500 Index TR: The S&amp;P 500 TR index is a basket of 500 stocks that are considered to be widely held. The S&amp;P 500 Index TR is weighted by market value, and its performance is thought to be representative of the stock market as a whole. The S&amp;P 500 Index TR is one of the most commonly used benchmarks for the overall U.S. stock market. S&amp;P 500 TR is a total return index adjusted for distributions (i.e., assuming that all distributions are reinvested).</a:t>
            </a:r>
          </a:p>
          <a:p>
            <a:endParaRPr lang="en-US" sz="2000" dirty="0">
              <a:solidFill>
                <a:schemeClr val="bg1"/>
              </a:solidFill>
              <a:latin typeface="Quicksand Medium" panose="00000600000000000000" pitchFamily="2" charset="0"/>
            </a:endParaRPr>
          </a:p>
          <a:p>
            <a:r>
              <a:rPr lang="en-US" sz="2000" dirty="0">
                <a:solidFill>
                  <a:schemeClr val="bg1"/>
                </a:solidFill>
                <a:latin typeface="Quicksand Medium" panose="00000600000000000000" pitchFamily="2" charset="0"/>
              </a:rPr>
              <a:t>Beta: Beta measures the relationship between an investment and a major market index (the S&amp;P 500 Index TR is used in this report). A beta of 1.0 means that a 1% rise in the S&amp;P 500 Index TR could lead to a 1% rise in the investment, while a beta of -0.5 means that a 1% rise in the S&amp;P 500 Index TR could lead to a 0.5% drop in the investment. The beta for an investment is determined by using regression analysis to measure the relationship between the returns of the investment and the returns of the S&amp;P 500 Index TR.</a:t>
            </a:r>
          </a:p>
          <a:p>
            <a:endParaRPr lang="en-US" sz="2000" dirty="0">
              <a:solidFill>
                <a:schemeClr val="bg1"/>
              </a:solidFill>
              <a:latin typeface="Quicksand Medium" panose="00000600000000000000" pitchFamily="2" charset="0"/>
            </a:endParaRPr>
          </a:p>
          <a:p>
            <a:r>
              <a:rPr lang="en-US" sz="2000" dirty="0">
                <a:solidFill>
                  <a:schemeClr val="bg1"/>
                </a:solidFill>
                <a:latin typeface="Quicksand Medium" panose="00000600000000000000" pitchFamily="2" charset="0"/>
              </a:rPr>
              <a:t>Drawdown: A Drawdown is any losing period during an investment record. It is defined as the percent retrenchment from peak to trough. A Drawdown is in effect from the time retrenchment begins until a new high is reached. The monthly maximum drawdown is used to calculate strategy scores, benchmark scores, and to determine the relevant benchmark.</a:t>
            </a:r>
          </a:p>
          <a:p>
            <a:endParaRPr lang="en-US" sz="2000" dirty="0">
              <a:solidFill>
                <a:schemeClr val="bg1"/>
              </a:solidFill>
              <a:latin typeface="Quicksand Medium" panose="00000600000000000000" pitchFamily="2" charset="0"/>
            </a:endParaRPr>
          </a:p>
          <a:p>
            <a:r>
              <a:rPr lang="en-US" sz="2000" dirty="0">
                <a:solidFill>
                  <a:schemeClr val="bg1"/>
                </a:solidFill>
                <a:latin typeface="Quicksand Medium" panose="00000600000000000000" pitchFamily="2" charset="0"/>
              </a:rPr>
              <a:t>Correlation: Correlation is a statistical measure that determines how assets move relative to one another.</a:t>
            </a:r>
          </a:p>
          <a:p>
            <a:endParaRPr lang="en-US" sz="2000" dirty="0">
              <a:solidFill>
                <a:schemeClr val="bg1"/>
              </a:solidFill>
              <a:latin typeface="Quicksand Medium" panose="00000600000000000000" pitchFamily="2" charset="0"/>
            </a:endParaRPr>
          </a:p>
          <a:p>
            <a:r>
              <a:rPr lang="en-US" sz="2000" dirty="0">
                <a:solidFill>
                  <a:schemeClr val="bg1"/>
                </a:solidFill>
                <a:latin typeface="Quicksand Medium" panose="00000600000000000000" pitchFamily="2" charset="0"/>
              </a:rPr>
              <a:t>PFM-508-20260213</a:t>
            </a:r>
          </a:p>
        </p:txBody>
      </p:sp>
    </p:spTree>
    <p:extLst>
      <p:ext uri="{BB962C8B-B14F-4D97-AF65-F5344CB8AC3E}">
        <p14:creationId xmlns:p14="http://schemas.microsoft.com/office/powerpoint/2010/main" val="3418178587"/>
      </p:ext>
    </p:extLst>
  </p:cSld>
  <p:clrMapOvr>
    <a:masterClrMapping/>
  </p:clrMapOvr>
</p:sld>
</file>

<file path=ppt/theme/theme1.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Rajdhani"/>
        <a:ea typeface="DejaVu Sans"/>
        <a:cs typeface="DejaVu Sans"/>
      </a:majorFont>
      <a:minorFont>
        <a:latin typeface="Rajdhani"/>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Rajdhani"/>
        <a:ea typeface="DejaVu Sans"/>
        <a:cs typeface="DejaVu Sans"/>
      </a:majorFont>
      <a:minorFont>
        <a:latin typeface="Rajdhani"/>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231</TotalTime>
  <Words>1319</Words>
  <Application>Microsoft Office PowerPoint</Application>
  <PresentationFormat>Custom</PresentationFormat>
  <Paragraphs>129</Paragraphs>
  <Slides>13</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13</vt:i4>
      </vt:variant>
    </vt:vector>
  </HeadingPairs>
  <TitlesOfParts>
    <vt:vector size="24" baseType="lpstr">
      <vt:lpstr>Aptos</vt:lpstr>
      <vt:lpstr>Arial</vt:lpstr>
      <vt:lpstr>Quicksand</vt:lpstr>
      <vt:lpstr>Quicksand Medium</vt:lpstr>
      <vt:lpstr>Quicksand-Semi</vt:lpstr>
      <vt:lpstr>Rajdhani</vt:lpstr>
      <vt:lpstr>Symbol</vt:lpstr>
      <vt:lpstr>Tahoma</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Sohaib Ali</cp:lastModifiedBy>
  <cp:revision>3</cp:revision>
  <dcterms:modified xsi:type="dcterms:W3CDTF">2026-02-20T19:55:53Z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